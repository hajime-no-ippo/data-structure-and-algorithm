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Default Extension="fntdata" ContentType="application/x-fontdata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3.xml" ContentType="application/vnd.openxmlformats-officedocument.theme+xml"/>
  <Override PartName="/ppt/theme/theme14.xml" ContentType="application/vnd.openxmlformats-officedocument.theme+xml"/>
  <Override PartName="/ppt/theme/theme3.xml" ContentType="application/vnd.openxmlformats-officedocument.theme+xml"/>
  <Override PartName="/ppt/theme/theme2.xml" ContentType="application/vnd.openxmlformats-officedocument.theme+xml"/>
  <Override PartName="/ppt/theme/theme12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9.xml" ContentType="application/vnd.openxmlformats-officedocument.theme+xml"/>
  <Override PartName="/ppt/theme/theme6.xml" ContentType="application/vnd.openxmlformats-officedocument.theme+xml"/>
  <Override PartName="/ppt/theme/theme11.xml" ContentType="application/vnd.openxmlformats-officedocument.theme+xml"/>
  <Override PartName="/ppt/theme/theme10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media/image1.png" ContentType="image/png"/>
  <Override PartName="/ppt/media/image33.png" ContentType="image/png"/>
  <Override PartName="/ppt/media/image4.jpeg" ContentType="image/jpeg"/>
  <Override PartName="/ppt/media/image5.jpeg" ContentType="image/jpeg"/>
  <Override PartName="/ppt/media/image6.jpeg" ContentType="image/jpeg"/>
  <Override PartName="/ppt/media/image7.png" ContentType="image/png"/>
  <Override PartName="/ppt/media/image34.wmf" ContentType="image/x-wmf"/>
  <Override PartName="/ppt/media/image35.wmf" ContentType="image/x-wmf"/>
  <Override PartName="/ppt/media/image10.png" ContentType="image/png"/>
  <Override PartName="/ppt/media/image2.png" ContentType="image/png"/>
  <Override PartName="/ppt/media/image11.png" ContentType="image/png"/>
  <Override PartName="/ppt/media/image14.png" ContentType="image/png"/>
  <Override PartName="/ppt/media/image20.png" ContentType="image/png"/>
  <Override PartName="/ppt/media/image24.png" ContentType="image/png"/>
  <Override PartName="/ppt/media/image8.png" ContentType="image/png"/>
  <Override PartName="/ppt/media/image15.png" ContentType="image/png"/>
  <Override PartName="/ppt/media/image13.png" ContentType="image/png"/>
  <Override PartName="/ppt/media/image21.png" ContentType="image/png"/>
  <Override PartName="/ppt/media/image28.png" ContentType="image/png"/>
  <Override PartName="/ppt/media/image31.gif" ContentType="image/gif"/>
  <Override PartName="/ppt/media/image9.png" ContentType="image/png"/>
  <Override PartName="/ppt/media/image38.png" ContentType="image/png"/>
  <Override PartName="/ppt/media/image22.png" ContentType="image/png"/>
  <Override PartName="/ppt/media/image36.png" ContentType="image/png"/>
  <Override PartName="/ppt/media/image27.png" ContentType="image/png"/>
  <Override PartName="/ppt/media/image12.png" ContentType="image/png"/>
  <Override PartName="/ppt/media/image17.png" ContentType="image/png"/>
  <Override PartName="/ppt/media/image23.png" ContentType="image/png"/>
  <Override PartName="/ppt/media/image25.png" ContentType="image/png"/>
  <Override PartName="/ppt/media/image18.png" ContentType="image/png"/>
  <Override PartName="/ppt/media/image37.png" ContentType="image/png"/>
  <Override PartName="/ppt/media/image16.png" ContentType="image/png"/>
  <Override PartName="/ppt/media/image29.png" ContentType="image/png"/>
  <Override PartName="/ppt/media/image3.png" ContentType="image/png"/>
  <Override PartName="/ppt/media/image30.png" ContentType="image/png"/>
  <Override PartName="/ppt/media/image32.png" ContentType="image/png"/>
  <Override PartName="/ppt/media/image19.png" ContentType="image/png"/>
  <Override PartName="/ppt/media/image26.png" ContentType="image/png"/>
  <Override PartName="/ppt/slideLayouts/_rels/slideLayout9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_rels/slideMaster1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12.xml.rels" ContentType="application/vnd.openxmlformats-package.relationships+xml"/>
  <Override PartName="/ppt/slideMasters/_rels/slideMaster11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3.xml.rels" ContentType="application/vnd.openxmlformats-package.relationships+xml"/>
  <Override PartName="/ppt/slideMasters/_rels/slideMaster5.xml.rels" ContentType="application/vnd.openxmlformats-package.relationships+xml"/>
  <Override PartName="/ppt/slideMasters/slideMaster2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20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3.xml" ContentType="application/vnd.openxmlformats-officedocument.presentationml.slide+xml"/>
  <Override PartName="/ppt/slides/slide21.xml" ContentType="application/vnd.openxmlformats-officedocument.presentationml.slide+xml"/>
  <Override PartName="/ppt/slides/slide4.xml" ContentType="application/vnd.openxmlformats-officedocument.presentationml.slide+xml"/>
  <Override PartName="/ppt/slides/slide27.xml" ContentType="application/vnd.openxmlformats-officedocument.presentationml.slide+xml"/>
  <Override PartName="/ppt/slides/slide35.xml" ContentType="application/vnd.openxmlformats-officedocument.presentationml.slide+xml"/>
  <Override PartName="/ppt/slides/slide22.xml" ContentType="application/vnd.openxmlformats-officedocument.presentationml.slide+xml"/>
  <Override PartName="/ppt/slides/slide18.xml" ContentType="application/vnd.openxmlformats-officedocument.presentationml.slide+xml"/>
  <Override PartName="/ppt/slides/slide1.xml" ContentType="application/vnd.openxmlformats-officedocument.presentationml.slide+xml"/>
  <Override PartName="/ppt/slides/slide23.xml" ContentType="application/vnd.openxmlformats-officedocument.presentationml.slide+xml"/>
  <Override PartName="/ppt/slides/_rels/slide42.xml.rels" ContentType="application/vnd.openxmlformats-package.relationships+xml"/>
  <Override PartName="/ppt/slides/_rels/slide27.xml.rels" ContentType="application/vnd.openxmlformats-package.relationships+xml"/>
  <Override PartName="/ppt/slides/_rels/slide39.xml.rels" ContentType="application/vnd.openxmlformats-package.relationships+xml"/>
  <Override PartName="/ppt/slides/_rels/slide41.xml.rels" ContentType="application/vnd.openxmlformats-package.relationships+xml"/>
  <Override PartName="/ppt/slides/_rels/slide38.xml.rels" ContentType="application/vnd.openxmlformats-package.relationships+xml"/>
  <Override PartName="/ppt/slides/_rels/slide9.xml.rels" ContentType="application/vnd.openxmlformats-package.relationships+xml"/>
  <Override PartName="/ppt/slides/_rels/slide37.xml.rels" ContentType="application/vnd.openxmlformats-package.relationships+xml"/>
  <Override PartName="/ppt/slides/_rels/slide1.xml.rels" ContentType="application/vnd.openxmlformats-package.relationships+xml"/>
  <Override PartName="/ppt/slides/_rels/slide33.xml.rels" ContentType="application/vnd.openxmlformats-package.relationships+xml"/>
  <Override PartName="/ppt/slides/_rels/slide34.xml.rels" ContentType="application/vnd.openxmlformats-package.relationships+xml"/>
  <Override PartName="/ppt/slides/_rels/slide8.xml.rels" ContentType="application/vnd.openxmlformats-package.relationships+xml"/>
  <Override PartName="/ppt/slides/_rels/slide35.xml.rels" ContentType="application/vnd.openxmlformats-package.relationships+xml"/>
  <Override PartName="/ppt/slides/_rels/slide32.xml.rels" ContentType="application/vnd.openxmlformats-package.relationships+xml"/>
  <Override PartName="/ppt/slides/_rels/slide40.xml.rels" ContentType="application/vnd.openxmlformats-package.relationships+xml"/>
  <Override PartName="/ppt/slides/_rels/slide7.xml.rels" ContentType="application/vnd.openxmlformats-package.relationships+xml"/>
  <Override PartName="/ppt/slides/_rels/slide26.xml.rels" ContentType="application/vnd.openxmlformats-package.relationships+xml"/>
  <Override PartName="/ppt/slides/_rels/slide29.xml.rels" ContentType="application/vnd.openxmlformats-package.relationships+xml"/>
  <Override PartName="/ppt/slides/_rels/slide10.xml.rels" ContentType="application/vnd.openxmlformats-package.relationships+xml"/>
  <Override PartName="/ppt/slides/_rels/slide28.xml.rels" ContentType="application/vnd.openxmlformats-package.relationships+xml"/>
  <Override PartName="/ppt/slides/_rels/slide16.xml.rels" ContentType="application/vnd.openxmlformats-package.relationships+xml"/>
  <Override PartName="/ppt/slides/_rels/slide23.xml.rels" ContentType="application/vnd.openxmlformats-package.relationships+xml"/>
  <Override PartName="/ppt/slides/_rels/slide22.xml.rels" ContentType="application/vnd.openxmlformats-package.relationships+xml"/>
  <Override PartName="/ppt/slides/_rels/slide11.xml.rels" ContentType="application/vnd.openxmlformats-package.relationships+xml"/>
  <Override PartName="/ppt/slides/_rels/slide15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slides/_rels/slide31.xml.rels" ContentType="application/vnd.openxmlformats-package.relationships+xml"/>
  <Override PartName="/ppt/slides/_rels/slide12.xml.rels" ContentType="application/vnd.openxmlformats-package.relationships+xml"/>
  <Override PartName="/ppt/slides/_rels/slide25.xml.rels" ContentType="application/vnd.openxmlformats-package.relationships+xml"/>
  <Override PartName="/ppt/slides/_rels/slide24.xml.rels" ContentType="application/vnd.openxmlformats-package.relationships+xml"/>
  <Override PartName="/ppt/slides/_rels/slide19.xml.rels" ContentType="application/vnd.openxmlformats-package.relationships+xml"/>
  <Override PartName="/ppt/slides/_rels/slide18.xml.rels" ContentType="application/vnd.openxmlformats-package.relationships+xml"/>
  <Override PartName="/ppt/slides/_rels/slide6.xml.rels" ContentType="application/vnd.openxmlformats-package.relationships+xml"/>
  <Override PartName="/ppt/slides/_rels/slide4.xml.rels" ContentType="application/vnd.openxmlformats-package.relationships+xml"/>
  <Override PartName="/ppt/slides/_rels/slide2.xml.rels" ContentType="application/vnd.openxmlformats-package.relationships+xml"/>
  <Override PartName="/ppt/slides/_rels/slide5.xml.rels" ContentType="application/vnd.openxmlformats-package.relationships+xml"/>
  <Override PartName="/ppt/slides/_rels/slide17.xml.rels" ContentType="application/vnd.openxmlformats-package.relationships+xml"/>
  <Override PartName="/ppt/slides/_rels/slide3.xml.rels" ContentType="application/vnd.openxmlformats-package.relationships+xml"/>
  <Override PartName="/ppt/slides/_rels/slide21.xml.rels" ContentType="application/vnd.openxmlformats-package.relationships+xml"/>
  <Override PartName="/ppt/slides/_rels/slide20.xml.rels" ContentType="application/vnd.openxmlformats-package.relationships+xml"/>
  <Override PartName="/ppt/slides/_rels/slide36.xml.rels" ContentType="application/vnd.openxmlformats-package.relationships+xml"/>
  <Override PartName="/ppt/slides/_rels/slide30.xml.rels" ContentType="application/vnd.openxmlformats-package.relationships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11.xml" ContentType="application/vnd.openxmlformats-officedocument.presentationml.slide+xml"/>
  <Override PartName="/ppt/slides/slide19.xml" ContentType="application/vnd.openxmlformats-officedocument.presentationml.slide+xml"/>
  <Override PartName="/ppt/slides/slide12.xml" ContentType="application/vnd.openxmlformats-officedocument.presentationml.slide+xml"/>
  <Override PartName="/ppt/slides/slide37.xml" ContentType="application/vnd.openxmlformats-officedocument.presentationml.slide+xml"/>
  <Override PartName="/ppt/slides/slide24.xml" ContentType="application/vnd.openxmlformats-officedocument.presentationml.slide+xml"/>
  <Override PartName="/ppt/slides/slide32.xml" ContentType="application/vnd.openxmlformats-officedocument.presentationml.slide+xml"/>
  <Override PartName="/ppt/slides/slide25.xml" ContentType="application/vnd.openxmlformats-officedocument.presentationml.slide+xml"/>
  <Override PartName="/ppt/slides/slide33.xml" ContentType="application/vnd.openxmlformats-officedocument.presentationml.slide+xml"/>
  <Override PartName="/ppt/slides/slide41.xml" ContentType="application/vnd.openxmlformats-officedocument.presentationml.slide+xml"/>
  <Override PartName="/ppt/slides/slide34.xml" ContentType="application/vnd.openxmlformats-officedocument.presentationml.slide+xml"/>
  <Override PartName="/ppt/slides/slide10.xml" ContentType="application/vnd.openxmlformats-officedocument.presentationml.slide+xml"/>
  <Override PartName="/ppt/slides/slide36.xml" ContentType="application/vnd.openxmlformats-officedocument.presentationml.slide+xml"/>
  <Override PartName="/ppt/slides/slide29.xml" ContentType="application/vnd.openxmlformats-officedocument.presentationml.slide+xml"/>
  <Override PartName="/ppt/slides/slide38.xml" ContentType="application/vnd.openxmlformats-officedocument.presentationml.slide+xml"/>
  <Override PartName="/ppt/slides/slide26.xml" ContentType="application/vnd.openxmlformats-officedocument.presentationml.slide+xml"/>
  <Override PartName="/ppt/slides/slide40.xml" ContentType="application/vnd.openxmlformats-officedocument.presentationml.slide+xml"/>
  <Override PartName="/ppt/slides/slide42.xml" ContentType="application/vnd.openxmlformats-officedocument.presentationml.slide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notesSlides/notesSlide32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_rels/notesSlide35.xml.rels" ContentType="application/vnd.openxmlformats-package.relationships+xml"/>
  <Override PartName="/ppt/notesSlides/_rels/notesSlide1.xml.rels" ContentType="application/vnd.openxmlformats-package.relationships+xml"/>
  <Override PartName="/ppt/notesSlides/_rels/notesSlide36.xml.rels" ContentType="application/vnd.openxmlformats-package.relationships+xml"/>
  <Override PartName="/ppt/notesSlides/_rels/notesSlide33.xml.rels" ContentType="application/vnd.openxmlformats-package.relationships+xml"/>
  <Override PartName="/ppt/notesSlides/_rels/notesSlide32.xml.rels" ContentType="application/vnd.openxmlformats-package.relationships+xml"/>
  <Override PartName="/ppt/notesSlides/_rels/notesSlide37.xml.rels" ContentType="application/vnd.openxmlformats-package.relationships+xml"/>
  <Override PartName="/ppt/notesSlides/_rels/notesSlide34.xml.rels" ContentType="application/vnd.openxmlformats-package.relationships+xml"/>
  <Override PartName="/ppt/notesSlides/_rels/notesSlide31.xml.rels" ContentType="application/vnd.openxmlformats-package.relationships+xml"/>
  <Override PartName="/ppt/notesSlides/notesSlide37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7" r:id="rId6"/>
    <p:sldMasterId id="2147483660" r:id="rId7"/>
    <p:sldMasterId id="2147483662" r:id="rId8"/>
    <p:sldMasterId id="2147483664" r:id="rId9"/>
    <p:sldMasterId id="2147483666" r:id="rId10"/>
    <p:sldMasterId id="2147483668" r:id="rId11"/>
    <p:sldMasterId id="2147483670" r:id="rId12"/>
    <p:sldMasterId id="2147483671" r:id="rId13"/>
    <p:sldMasterId id="2147483672" r:id="rId14"/>
  </p:sldMasterIdLst>
  <p:notesMasterIdLst>
    <p:notesMasterId r:id="rId15"/>
  </p:notesMasterIdLst>
  <p:sldIdLst>
    <p:sldId id="256" r:id="rId16"/>
    <p:sldId id="257" r:id="rId17"/>
    <p:sldId id="258" r:id="rId18"/>
    <p:sldId id="259" r:id="rId19"/>
    <p:sldId id="260" r:id="rId20"/>
    <p:sldId id="261" r:id="rId21"/>
    <p:sldId id="262" r:id="rId22"/>
    <p:sldId id="263" r:id="rId23"/>
    <p:sldId id="264" r:id="rId24"/>
    <p:sldId id="265" r:id="rId25"/>
    <p:sldId id="266" r:id="rId26"/>
    <p:sldId id="267" r:id="rId27"/>
    <p:sldId id="268" r:id="rId28"/>
    <p:sldId id="269" r:id="rId29"/>
    <p:sldId id="270" r:id="rId30"/>
    <p:sldId id="271" r:id="rId31"/>
    <p:sldId id="272" r:id="rId32"/>
    <p:sldId id="273" r:id="rId33"/>
    <p:sldId id="274" r:id="rId34"/>
    <p:sldId id="275" r:id="rId35"/>
    <p:sldId id="276" r:id="rId36"/>
    <p:sldId id="277" r:id="rId37"/>
    <p:sldId id="278" r:id="rId38"/>
    <p:sldId id="279" r:id="rId39"/>
    <p:sldId id="280" r:id="rId40"/>
    <p:sldId id="281" r:id="rId41"/>
    <p:sldId id="282" r:id="rId42"/>
    <p:sldId id="283" r:id="rId43"/>
    <p:sldId id="284" r:id="rId44"/>
    <p:sldId id="285" r:id="rId45"/>
    <p:sldId id="286" r:id="rId46"/>
    <p:sldId id="287" r:id="rId47"/>
    <p:sldId id="288" r:id="rId48"/>
    <p:sldId id="289" r:id="rId49"/>
    <p:sldId id="290" r:id="rId50"/>
    <p:sldId id="291" r:id="rId51"/>
    <p:sldId id="292" r:id="rId52"/>
    <p:sldId id="293" r:id="rId53"/>
    <p:sldId id="294" r:id="rId54"/>
    <p:sldId id="295" r:id="rId55"/>
    <p:sldId id="296" r:id="rId56"/>
    <p:sldId id="297" r:id="rId57"/>
  </p:sldIdLst>
  <p:sldSz cx="9144000" cy="6858000"/>
  <p:notesSz cx="9144000" cy="6858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Master" Target="slideMasters/slideMaster12.xml"/><Relationship Id="rId14" Type="http://schemas.openxmlformats.org/officeDocument/2006/relationships/slideMaster" Target="slideMasters/slideMaster13.xml"/><Relationship Id="rId15" Type="http://schemas.openxmlformats.org/officeDocument/2006/relationships/notesMaster" Target="notesMasters/notesMaster1.xml"/><Relationship Id="rId16" Type="http://schemas.openxmlformats.org/officeDocument/2006/relationships/slide" Target="slides/slide1.xml"/><Relationship Id="rId17" Type="http://schemas.openxmlformats.org/officeDocument/2006/relationships/slide" Target="slides/slide2.xml"/><Relationship Id="rId18" Type="http://schemas.openxmlformats.org/officeDocument/2006/relationships/slide" Target="slides/slide3.xml"/><Relationship Id="rId19" Type="http://schemas.openxmlformats.org/officeDocument/2006/relationships/slide" Target="slides/slide4.xml"/><Relationship Id="rId20" Type="http://schemas.openxmlformats.org/officeDocument/2006/relationships/slide" Target="slides/slide5.xml"/><Relationship Id="rId21" Type="http://schemas.openxmlformats.org/officeDocument/2006/relationships/slide" Target="slides/slide6.xml"/><Relationship Id="rId22" Type="http://schemas.openxmlformats.org/officeDocument/2006/relationships/slide" Target="slides/slide7.xml"/><Relationship Id="rId23" Type="http://schemas.openxmlformats.org/officeDocument/2006/relationships/slide" Target="slides/slide8.xml"/><Relationship Id="rId24" Type="http://schemas.openxmlformats.org/officeDocument/2006/relationships/slide" Target="slides/slide9.xml"/><Relationship Id="rId25" Type="http://schemas.openxmlformats.org/officeDocument/2006/relationships/slide" Target="slides/slide10.xml"/><Relationship Id="rId26" Type="http://schemas.openxmlformats.org/officeDocument/2006/relationships/slide" Target="slides/slide11.xml"/><Relationship Id="rId27" Type="http://schemas.openxmlformats.org/officeDocument/2006/relationships/slide" Target="slides/slide12.xml"/><Relationship Id="rId28" Type="http://schemas.openxmlformats.org/officeDocument/2006/relationships/slide" Target="slides/slide13.xml"/><Relationship Id="rId29" Type="http://schemas.openxmlformats.org/officeDocument/2006/relationships/slide" Target="slides/slide14.xml"/><Relationship Id="rId30" Type="http://schemas.openxmlformats.org/officeDocument/2006/relationships/slide" Target="slides/slide15.xml"/><Relationship Id="rId31" Type="http://schemas.openxmlformats.org/officeDocument/2006/relationships/slide" Target="slides/slide16.xml"/><Relationship Id="rId32" Type="http://schemas.openxmlformats.org/officeDocument/2006/relationships/slide" Target="slides/slide17.xml"/><Relationship Id="rId33" Type="http://schemas.openxmlformats.org/officeDocument/2006/relationships/slide" Target="slides/slide18.xml"/><Relationship Id="rId34" Type="http://schemas.openxmlformats.org/officeDocument/2006/relationships/slide" Target="slides/slide19.xml"/><Relationship Id="rId35" Type="http://schemas.openxmlformats.org/officeDocument/2006/relationships/slide" Target="slides/slide20.xml"/><Relationship Id="rId36" Type="http://schemas.openxmlformats.org/officeDocument/2006/relationships/slide" Target="slides/slide21.xml"/><Relationship Id="rId37" Type="http://schemas.openxmlformats.org/officeDocument/2006/relationships/slide" Target="slides/slide22.xml"/><Relationship Id="rId38" Type="http://schemas.openxmlformats.org/officeDocument/2006/relationships/slide" Target="slides/slide23.xml"/><Relationship Id="rId39" Type="http://schemas.openxmlformats.org/officeDocument/2006/relationships/slide" Target="slides/slide24.xml"/><Relationship Id="rId40" Type="http://schemas.openxmlformats.org/officeDocument/2006/relationships/slide" Target="slides/slide25.xml"/><Relationship Id="rId41" Type="http://schemas.openxmlformats.org/officeDocument/2006/relationships/slide" Target="slides/slide26.xml"/><Relationship Id="rId42" Type="http://schemas.openxmlformats.org/officeDocument/2006/relationships/slide" Target="slides/slide27.xml"/><Relationship Id="rId43" Type="http://schemas.openxmlformats.org/officeDocument/2006/relationships/slide" Target="slides/slide28.xml"/><Relationship Id="rId44" Type="http://schemas.openxmlformats.org/officeDocument/2006/relationships/slide" Target="slides/slide29.xml"/><Relationship Id="rId45" Type="http://schemas.openxmlformats.org/officeDocument/2006/relationships/slide" Target="slides/slide30.xml"/><Relationship Id="rId46" Type="http://schemas.openxmlformats.org/officeDocument/2006/relationships/slide" Target="slides/slide31.xml"/><Relationship Id="rId47" Type="http://schemas.openxmlformats.org/officeDocument/2006/relationships/slide" Target="slides/slide32.xml"/><Relationship Id="rId48" Type="http://schemas.openxmlformats.org/officeDocument/2006/relationships/slide" Target="slides/slide33.xml"/><Relationship Id="rId49" Type="http://schemas.openxmlformats.org/officeDocument/2006/relationships/slide" Target="slides/slide34.xml"/><Relationship Id="rId50" Type="http://schemas.openxmlformats.org/officeDocument/2006/relationships/slide" Target="slides/slide35.xml"/><Relationship Id="rId51" Type="http://schemas.openxmlformats.org/officeDocument/2006/relationships/slide" Target="slides/slide36.xml"/><Relationship Id="rId52" Type="http://schemas.openxmlformats.org/officeDocument/2006/relationships/slide" Target="slides/slide37.xml"/><Relationship Id="rId53" Type="http://schemas.openxmlformats.org/officeDocument/2006/relationships/slide" Target="slides/slide38.xml"/><Relationship Id="rId54" Type="http://schemas.openxmlformats.org/officeDocument/2006/relationships/slide" Target="slides/slide39.xml"/><Relationship Id="rId55" Type="http://schemas.openxmlformats.org/officeDocument/2006/relationships/slide" Target="slides/slide40.xml"/><Relationship Id="rId56" Type="http://schemas.openxmlformats.org/officeDocument/2006/relationships/slide" Target="slides/slide41.xml"/><Relationship Id="rId57" Type="http://schemas.openxmlformats.org/officeDocument/2006/relationships/slide" Target="slides/slide42.xml"/><Relationship Id="rId58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4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360" cy="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Rockwell"/>
              </a:rPr>
              <a:t>Click to move the slide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</p:txBody>
      </p:sp>
      <p:sp>
        <p:nvSpPr>
          <p:cNvPr id="148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0" name="PlaceHolder 4"/>
          <p:cNvSpPr>
            <a:spLocks noGrp="1"/>
          </p:cNvSpPr>
          <p:nvPr>
            <p:ph type="dt" idx="33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1" name="PlaceHolder 5"/>
          <p:cNvSpPr>
            <a:spLocks noGrp="1"/>
          </p:cNvSpPr>
          <p:nvPr>
            <p:ph type="ftr" idx="34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2" name="PlaceHolder 6"/>
          <p:cNvSpPr>
            <a:spLocks noGrp="1"/>
          </p:cNvSpPr>
          <p:nvPr>
            <p:ph type="sldNum" idx="35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EF0A8D9F-720B-4876-81B5-40E6367C125F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31.xml.rels><?xml version="1.0" encoding="UTF-8"?>
<Relationships xmlns="http://schemas.openxmlformats.org/package/2006/relationships"><Relationship Id="rId1" Type="http://schemas.openxmlformats.org/officeDocument/2006/relationships/slide" Target="../slides/slide31.xml"/><Relationship Id="rId2" Type="http://schemas.openxmlformats.org/officeDocument/2006/relationships/notesMaster" Target="../notesMasters/notesMaster1.xml"/>
</Relationships>
</file>

<file path=ppt/notesSlides/_rels/notesSlide32.xml.rels><?xml version="1.0" encoding="UTF-8"?>
<Relationships xmlns="http://schemas.openxmlformats.org/package/2006/relationships"><Relationship Id="rId1" Type="http://schemas.openxmlformats.org/officeDocument/2006/relationships/slide" Target="../slides/slide32.xml"/><Relationship Id="rId2" Type="http://schemas.openxmlformats.org/officeDocument/2006/relationships/notesMaster" Target="../notesMasters/notesMaster1.xml"/>
</Relationships>
</file>

<file path=ppt/notesSlides/_rels/notesSlide33.xml.rels><?xml version="1.0" encoding="UTF-8"?>
<Relationships xmlns="http://schemas.openxmlformats.org/package/2006/relationships"><Relationship Id="rId1" Type="http://schemas.openxmlformats.org/officeDocument/2006/relationships/slide" Target="../slides/slide33.xml"/><Relationship Id="rId2" Type="http://schemas.openxmlformats.org/officeDocument/2006/relationships/notesMaster" Target="../notesMasters/notesMaster1.xml"/>
</Relationships>
</file>

<file path=ppt/notesSlides/_rels/notesSlide34.xml.rels><?xml version="1.0" encoding="UTF-8"?>
<Relationships xmlns="http://schemas.openxmlformats.org/package/2006/relationships"><Relationship Id="rId1" Type="http://schemas.openxmlformats.org/officeDocument/2006/relationships/slide" Target="../slides/slide34.xml"/><Relationship Id="rId2" Type="http://schemas.openxmlformats.org/officeDocument/2006/relationships/notesMaster" Target="../notesMasters/notesMaster1.xml"/>
</Relationships>
</file>

<file path=ppt/notesSlides/_rels/notesSlide35.xml.rels><?xml version="1.0" encoding="UTF-8"?>
<Relationships xmlns="http://schemas.openxmlformats.org/package/2006/relationships"><Relationship Id="rId1" Type="http://schemas.openxmlformats.org/officeDocument/2006/relationships/slide" Target="../slides/slide35.xml"/><Relationship Id="rId2" Type="http://schemas.openxmlformats.org/officeDocument/2006/relationships/notesMaster" Target="../notesMasters/notesMaster1.xml"/>
</Relationships>
</file>

<file path=ppt/notesSlides/_rels/notesSlide36.xml.rels><?xml version="1.0" encoding="UTF-8"?>
<Relationships xmlns="http://schemas.openxmlformats.org/package/2006/relationships"><Relationship Id="rId1" Type="http://schemas.openxmlformats.org/officeDocument/2006/relationships/slide" Target="../slides/slide36.xml"/><Relationship Id="rId2" Type="http://schemas.openxmlformats.org/officeDocument/2006/relationships/notesMaster" Target="../notesMasters/notesMaster1.xml"/>
</Relationships>
</file>

<file path=ppt/notesSlides/_rels/notesSlide37.xml.rels><?xml version="1.0" encoding="UTF-8"?>
<Relationships xmlns="http://schemas.openxmlformats.org/package/2006/relationships"><Relationship Id="rId1" Type="http://schemas.openxmlformats.org/officeDocument/2006/relationships/slide" Target="../slides/slide37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PlaceHolder 1"/>
          <p:cNvSpPr>
            <a:spLocks noGrp="1"/>
          </p:cNvSpPr>
          <p:nvPr>
            <p:ph type="sldImg"/>
          </p:nvPr>
        </p:nvSpPr>
        <p:spPr>
          <a:xfrm>
            <a:off x="3029040" y="857160"/>
            <a:ext cx="3085920" cy="2314080"/>
          </a:xfrm>
          <a:prstGeom prst="rect">
            <a:avLst/>
          </a:prstGeom>
          <a:ln w="0">
            <a:noFill/>
          </a:ln>
        </p:spPr>
      </p:sp>
      <p:sp>
        <p:nvSpPr>
          <p:cNvPr id="356" name="PlaceHolder 2"/>
          <p:cNvSpPr>
            <a:spLocks noGrp="1"/>
          </p:cNvSpPr>
          <p:nvPr>
            <p:ph type="body"/>
          </p:nvPr>
        </p:nvSpPr>
        <p:spPr>
          <a:xfrm>
            <a:off x="914400" y="3300480"/>
            <a:ext cx="7314840" cy="27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7" name="PlaceHolder 3"/>
          <p:cNvSpPr>
            <a:spLocks noGrp="1"/>
          </p:cNvSpPr>
          <p:nvPr>
            <p:ph type="sldNum" idx="37"/>
          </p:nvPr>
        </p:nvSpPr>
        <p:spPr>
          <a:xfrm>
            <a:off x="5180040" y="6513480"/>
            <a:ext cx="3962160" cy="344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IE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9BF5011-A9D2-4566-BEE0-C74F565BB183}" type="slidenum">
              <a:rPr b="0" lang="en-IE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PlaceHolder 1"/>
          <p:cNvSpPr>
            <a:spLocks noGrp="1"/>
          </p:cNvSpPr>
          <p:nvPr>
            <p:ph type="sldNum" idx="38"/>
          </p:nvPr>
        </p:nvSpPr>
        <p:spPr>
          <a:xfrm>
            <a:off x="5180040" y="6513480"/>
            <a:ext cx="3962160" cy="344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2284BCD1-C058-4B81-9892-AC1EF84D5729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9" name="PlaceHolder 2"/>
          <p:cNvSpPr>
            <a:spLocks noGrp="1"/>
          </p:cNvSpPr>
          <p:nvPr>
            <p:ph type="sldImg"/>
          </p:nvPr>
        </p:nvSpPr>
        <p:spPr>
          <a:xfrm>
            <a:off x="3029040" y="857160"/>
            <a:ext cx="3085920" cy="2314080"/>
          </a:xfrm>
          <a:prstGeom prst="rect">
            <a:avLst/>
          </a:prstGeom>
          <a:ln w="0">
            <a:noFill/>
          </a:ln>
        </p:spPr>
      </p:sp>
      <p:sp>
        <p:nvSpPr>
          <p:cNvPr id="360" name="PlaceHolder 3"/>
          <p:cNvSpPr>
            <a:spLocks noGrp="1"/>
          </p:cNvSpPr>
          <p:nvPr>
            <p:ph type="body"/>
          </p:nvPr>
        </p:nvSpPr>
        <p:spPr>
          <a:xfrm>
            <a:off x="914400" y="3300480"/>
            <a:ext cx="7314840" cy="27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PlaceHolder 1"/>
          <p:cNvSpPr>
            <a:spLocks noGrp="1"/>
          </p:cNvSpPr>
          <p:nvPr>
            <p:ph type="sldNum" idx="39"/>
          </p:nvPr>
        </p:nvSpPr>
        <p:spPr>
          <a:xfrm>
            <a:off x="5180040" y="6513480"/>
            <a:ext cx="3962160" cy="344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93FA19E1-0717-48F3-8B09-0821267FCAE2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2" name="PlaceHolder 2"/>
          <p:cNvSpPr>
            <a:spLocks noGrp="1"/>
          </p:cNvSpPr>
          <p:nvPr>
            <p:ph type="sldImg"/>
          </p:nvPr>
        </p:nvSpPr>
        <p:spPr>
          <a:xfrm>
            <a:off x="3029040" y="857160"/>
            <a:ext cx="3085920" cy="2314080"/>
          </a:xfrm>
          <a:prstGeom prst="rect">
            <a:avLst/>
          </a:prstGeom>
          <a:ln w="0">
            <a:noFill/>
          </a:ln>
        </p:spPr>
      </p:sp>
      <p:sp>
        <p:nvSpPr>
          <p:cNvPr id="363" name="PlaceHolder 3"/>
          <p:cNvSpPr>
            <a:spLocks noGrp="1"/>
          </p:cNvSpPr>
          <p:nvPr>
            <p:ph type="body"/>
          </p:nvPr>
        </p:nvSpPr>
        <p:spPr>
          <a:xfrm>
            <a:off x="914400" y="3300480"/>
            <a:ext cx="7314840" cy="27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PlaceHolder 1"/>
          <p:cNvSpPr>
            <a:spLocks noGrp="1"/>
          </p:cNvSpPr>
          <p:nvPr>
            <p:ph type="sldNum" idx="40"/>
          </p:nvPr>
        </p:nvSpPr>
        <p:spPr>
          <a:xfrm>
            <a:off x="5180040" y="6513480"/>
            <a:ext cx="3962160" cy="344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B8E94C1F-B7EB-419F-A406-E723EA9B6936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5" name="PlaceHolder 2"/>
          <p:cNvSpPr>
            <a:spLocks noGrp="1"/>
          </p:cNvSpPr>
          <p:nvPr>
            <p:ph type="sldImg"/>
          </p:nvPr>
        </p:nvSpPr>
        <p:spPr>
          <a:xfrm>
            <a:off x="3029040" y="857160"/>
            <a:ext cx="3085920" cy="2314080"/>
          </a:xfrm>
          <a:prstGeom prst="rect">
            <a:avLst/>
          </a:prstGeom>
          <a:ln w="0">
            <a:noFill/>
          </a:ln>
        </p:spPr>
      </p:sp>
      <p:sp>
        <p:nvSpPr>
          <p:cNvPr id="366" name="PlaceHolder 3"/>
          <p:cNvSpPr>
            <a:spLocks noGrp="1"/>
          </p:cNvSpPr>
          <p:nvPr>
            <p:ph type="body"/>
          </p:nvPr>
        </p:nvSpPr>
        <p:spPr>
          <a:xfrm>
            <a:off x="914400" y="3300480"/>
            <a:ext cx="7314840" cy="27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PlaceHolder 1"/>
          <p:cNvSpPr>
            <a:spLocks noGrp="1"/>
          </p:cNvSpPr>
          <p:nvPr>
            <p:ph type="sldNum" idx="41"/>
          </p:nvPr>
        </p:nvSpPr>
        <p:spPr>
          <a:xfrm>
            <a:off x="5180040" y="6513480"/>
            <a:ext cx="3962160" cy="344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E71BD25C-D32D-4046-A68D-25C9F51900B6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8" name="PlaceHolder 2"/>
          <p:cNvSpPr>
            <a:spLocks noGrp="1"/>
          </p:cNvSpPr>
          <p:nvPr>
            <p:ph type="sldImg"/>
          </p:nvPr>
        </p:nvSpPr>
        <p:spPr>
          <a:xfrm>
            <a:off x="3029040" y="857160"/>
            <a:ext cx="3085920" cy="2314080"/>
          </a:xfrm>
          <a:prstGeom prst="rect">
            <a:avLst/>
          </a:prstGeom>
          <a:ln w="0">
            <a:noFill/>
          </a:ln>
        </p:spPr>
      </p:sp>
      <p:sp>
        <p:nvSpPr>
          <p:cNvPr id="369" name="PlaceHolder 3"/>
          <p:cNvSpPr>
            <a:spLocks noGrp="1"/>
          </p:cNvSpPr>
          <p:nvPr>
            <p:ph type="body"/>
          </p:nvPr>
        </p:nvSpPr>
        <p:spPr>
          <a:xfrm>
            <a:off x="914400" y="3300480"/>
            <a:ext cx="7314840" cy="27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PlaceHolder 1"/>
          <p:cNvSpPr>
            <a:spLocks noGrp="1"/>
          </p:cNvSpPr>
          <p:nvPr>
            <p:ph type="sldNum" idx="42"/>
          </p:nvPr>
        </p:nvSpPr>
        <p:spPr>
          <a:xfrm>
            <a:off x="5180040" y="6513480"/>
            <a:ext cx="3962160" cy="344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A54CD1CA-7378-46DE-9B2F-C59DAE585C10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1" name="PlaceHolder 2"/>
          <p:cNvSpPr>
            <a:spLocks noGrp="1"/>
          </p:cNvSpPr>
          <p:nvPr>
            <p:ph type="sldImg"/>
          </p:nvPr>
        </p:nvSpPr>
        <p:spPr>
          <a:xfrm>
            <a:off x="3029040" y="857160"/>
            <a:ext cx="3085920" cy="2314080"/>
          </a:xfrm>
          <a:prstGeom prst="rect">
            <a:avLst/>
          </a:prstGeom>
          <a:ln w="0">
            <a:noFill/>
          </a:ln>
        </p:spPr>
      </p:sp>
      <p:sp>
        <p:nvSpPr>
          <p:cNvPr id="372" name="PlaceHolder 3"/>
          <p:cNvSpPr>
            <a:spLocks noGrp="1"/>
          </p:cNvSpPr>
          <p:nvPr>
            <p:ph type="body"/>
          </p:nvPr>
        </p:nvSpPr>
        <p:spPr>
          <a:xfrm>
            <a:off x="914400" y="3300480"/>
            <a:ext cx="7314840" cy="27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PlaceHolder 1"/>
          <p:cNvSpPr>
            <a:spLocks noGrp="1"/>
          </p:cNvSpPr>
          <p:nvPr>
            <p:ph type="sldNum" idx="43"/>
          </p:nvPr>
        </p:nvSpPr>
        <p:spPr>
          <a:xfrm>
            <a:off x="5180040" y="6513480"/>
            <a:ext cx="3962160" cy="344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8C29CDF2-394E-4DFF-93D6-759D56F6ECB2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4" name="PlaceHolder 2"/>
          <p:cNvSpPr>
            <a:spLocks noGrp="1"/>
          </p:cNvSpPr>
          <p:nvPr>
            <p:ph type="sldImg"/>
          </p:nvPr>
        </p:nvSpPr>
        <p:spPr>
          <a:xfrm>
            <a:off x="3029040" y="857160"/>
            <a:ext cx="3085920" cy="2314080"/>
          </a:xfrm>
          <a:prstGeom prst="rect">
            <a:avLst/>
          </a:prstGeom>
          <a:ln w="0">
            <a:noFill/>
          </a:ln>
        </p:spPr>
      </p:sp>
      <p:sp>
        <p:nvSpPr>
          <p:cNvPr id="375" name="PlaceHolder 3"/>
          <p:cNvSpPr>
            <a:spLocks noGrp="1"/>
          </p:cNvSpPr>
          <p:nvPr>
            <p:ph type="body"/>
          </p:nvPr>
        </p:nvSpPr>
        <p:spPr>
          <a:xfrm>
            <a:off x="914400" y="3300480"/>
            <a:ext cx="7314840" cy="27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PlaceHolder 1"/>
          <p:cNvSpPr>
            <a:spLocks noGrp="1"/>
          </p:cNvSpPr>
          <p:nvPr>
            <p:ph type="sldNum" idx="44"/>
          </p:nvPr>
        </p:nvSpPr>
        <p:spPr>
          <a:xfrm>
            <a:off x="5180040" y="6513480"/>
            <a:ext cx="3962160" cy="344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6649BAE5-236F-4EE3-BDC0-F25E46EAA2D0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7" name="PlaceHolder 2"/>
          <p:cNvSpPr>
            <a:spLocks noGrp="1"/>
          </p:cNvSpPr>
          <p:nvPr>
            <p:ph type="sldImg"/>
          </p:nvPr>
        </p:nvSpPr>
        <p:spPr>
          <a:xfrm>
            <a:off x="3029040" y="857160"/>
            <a:ext cx="3085920" cy="2314080"/>
          </a:xfrm>
          <a:prstGeom prst="rect">
            <a:avLst/>
          </a:prstGeom>
          <a:ln w="0">
            <a:noFill/>
          </a:ln>
        </p:spPr>
      </p:sp>
      <p:sp>
        <p:nvSpPr>
          <p:cNvPr id="378" name="PlaceHolder 3"/>
          <p:cNvSpPr>
            <a:spLocks noGrp="1"/>
          </p:cNvSpPr>
          <p:nvPr>
            <p:ph type="body"/>
          </p:nvPr>
        </p:nvSpPr>
        <p:spPr>
          <a:xfrm>
            <a:off x="914400" y="3300480"/>
            <a:ext cx="7314840" cy="27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685800" y="484560"/>
            <a:ext cx="7772040" cy="1608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>
          <a:xfrm>
            <a:off x="685800" y="2121480"/>
            <a:ext cx="7772040" cy="4050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0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870AFD5-A461-477A-8D8C-8B51EA18ED9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685800" y="484560"/>
            <a:ext cx="7772040" cy="1608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/>
          </p:nvPr>
        </p:nvSpPr>
        <p:spPr>
          <a:xfrm>
            <a:off x="685800" y="2121480"/>
            <a:ext cx="7772040" cy="4050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0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3F6DA95-0B05-4ADE-BDFD-70DD1DB2F3F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685800" y="484560"/>
            <a:ext cx="7772040" cy="1608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/>
          </p:nvPr>
        </p:nvSpPr>
        <p:spPr>
          <a:xfrm>
            <a:off x="685800" y="2121480"/>
            <a:ext cx="7772040" cy="4050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0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E6037D50-DE56-47B5-932F-E46007BEA53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Slide Libr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484560"/>
            <a:ext cx="7772040" cy="1608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/>
          </p:nvPr>
        </p:nvSpPr>
        <p:spPr>
          <a:xfrm>
            <a:off x="685800" y="2121480"/>
            <a:ext cx="7772040" cy="4050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0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 Libr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685800" y="484560"/>
            <a:ext cx="7772040" cy="1608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subTitle"/>
          </p:nvPr>
        </p:nvSpPr>
        <p:spPr>
          <a:xfrm>
            <a:off x="685800" y="2121480"/>
            <a:ext cx="7772040" cy="4050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685800" y="484560"/>
            <a:ext cx="7772040" cy="1608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685800" y="2121480"/>
            <a:ext cx="7772040" cy="4050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0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685800" y="484560"/>
            <a:ext cx="7772040" cy="1608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/>
          </p:nvPr>
        </p:nvSpPr>
        <p:spPr>
          <a:xfrm>
            <a:off x="685800" y="2121480"/>
            <a:ext cx="7772040" cy="4050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0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7FEC398D-DF78-4109-9D38-3202B5BB933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/>
          </p:cNvSpPr>
          <p:nvPr>
            <p:ph type="title"/>
          </p:nvPr>
        </p:nvSpPr>
        <p:spPr>
          <a:xfrm>
            <a:off x="685800" y="484560"/>
            <a:ext cx="7772040" cy="1608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7B3B5EB7-11F0-4E5F-B83D-228054135D59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484560"/>
            <a:ext cx="7772040" cy="1608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31C5A371-0960-4F8D-98CA-B8AAB68525A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685800" y="484560"/>
            <a:ext cx="7772040" cy="1608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B0AC0C3B-06F6-41BC-AB7F-204E6EC6794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PlaceHolder 1"/>
          <p:cNvSpPr>
            <a:spLocks noGrp="1"/>
          </p:cNvSpPr>
          <p:nvPr>
            <p:ph type="title"/>
          </p:nvPr>
        </p:nvSpPr>
        <p:spPr>
          <a:xfrm>
            <a:off x="685800" y="484560"/>
            <a:ext cx="7772040" cy="1608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ABD0CACA-F4F7-4ADD-9F5F-F2386817B02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2.png"/><Relationship Id="rId5" Type="http://schemas.openxmlformats.org/officeDocument/2006/relationships/image" Target="../media/image2.png"/><Relationship Id="rId6" Type="http://schemas.openxmlformats.org/officeDocument/2006/relationships/image" Target="../media/image3.png"/><Relationship Id="rId7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image" Target="../media/image1.png"/><Relationship Id="rId3" Type="http://schemas.openxmlformats.org/officeDocument/2006/relationships/image" Target="../media/image4.jpeg"/><Relationship Id="rId4" Type="http://schemas.openxmlformats.org/officeDocument/2006/relationships/image" Target="../media/image5.jpeg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image" Target="../media/image1.png"/><Relationship Id="rId3" Type="http://schemas.openxmlformats.org/officeDocument/2006/relationships/image" Target="../media/image6.jpeg"/><Relationship Id="rId4" Type="http://schemas.openxmlformats.org/officeDocument/2006/relationships/slideLayout" Target="../slideLayouts/slideLayout6.xml"/><Relationship Id="rId5" Type="http://schemas.openxmlformats.org/officeDocument/2006/relationships/slideLayout" Target="../slideLayouts/slideLayout7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8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slideLayout" Target="../slideLayouts/slideLayout9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0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1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2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image" Target="../media/image1.png"/>
</Relationships>
</file>

<file path=ppt/slideMasters/_rels/slideMaster12.xml.rels><?xml version="1.0" encoding="UTF-8"?>
<Relationships xmlns="http://schemas.openxmlformats.org/package/2006/relationships"><Relationship Id="rId1" Type="http://schemas.openxmlformats.org/officeDocument/2006/relationships/theme" Target="../theme/theme1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1.png"/>
</Relationships>
</file>

<file path=ppt/slideMasters/_rels/slideMaster13.xml.rels><?xml version="1.0" encoding="UTF-8"?>
<Relationships xmlns="http://schemas.openxmlformats.org/package/2006/relationships"><Relationship Id="rId1" Type="http://schemas.openxmlformats.org/officeDocument/2006/relationships/theme" Target="../theme/theme13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1.png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1"/>
          <p:cNvGrpSpPr/>
          <p:nvPr/>
        </p:nvGrpSpPr>
        <p:grpSpPr>
          <a:xfrm>
            <a:off x="8522640" y="6255360"/>
            <a:ext cx="392760" cy="392760"/>
            <a:chOff x="8522640" y="6255360"/>
            <a:chExt cx="392760" cy="392760"/>
          </a:xfrm>
        </p:grpSpPr>
        <p:sp>
          <p:nvSpPr>
            <p:cNvPr id="3" name="Oval 7"/>
            <p:cNvSpPr/>
            <p:nvPr/>
          </p:nvSpPr>
          <p:spPr>
            <a:xfrm>
              <a:off x="8522640" y="6255360"/>
              <a:ext cx="392760" cy="392760"/>
            </a:xfrm>
            <a:prstGeom prst="ellipse">
              <a:avLst/>
            </a:prstGeom>
            <a:blipFill rotWithShape="0">
              <a:blip r:embed="rId2"/>
              <a:srcRect/>
              <a:tile tx="56995" ty="0" sx="84990" sy="84992" algn="tl"/>
            </a:blipFill>
            <a:ln w="2556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E" sz="1800" strike="noStrike" u="none">
                <a:solidFill>
                  <a:schemeClr val="dk1"/>
                </a:solidFill>
                <a:effectLst/>
                <a:uFillTx/>
                <a:latin typeface="Rockwell"/>
              </a:endParaRPr>
            </a:p>
          </p:txBody>
        </p:sp>
        <p:sp>
          <p:nvSpPr>
            <p:cNvPr id="4" name="Oval 8"/>
            <p:cNvSpPr/>
            <p:nvPr/>
          </p:nvSpPr>
          <p:spPr>
            <a:xfrm>
              <a:off x="8559360" y="6291720"/>
              <a:ext cx="319680" cy="319680"/>
            </a:xfrm>
            <a:prstGeom prst="ellipse">
              <a:avLst/>
            </a:prstGeom>
            <a:noFill/>
            <a:ln w="1260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E" sz="1800" strike="noStrike" u="none">
                <a:solidFill>
                  <a:schemeClr val="dk1"/>
                </a:solidFill>
                <a:effectLst/>
                <a:uFillTx/>
                <a:latin typeface="Rockwell"/>
              </a:endParaRPr>
            </a:p>
          </p:txBody>
        </p:sp>
      </p:grpSp>
      <p:sp>
        <p:nvSpPr>
          <p:cNvPr id="5" name="Rectangle 6"/>
          <p:cNvSpPr/>
          <p:nvPr/>
        </p:nvSpPr>
        <p:spPr>
          <a:xfrm>
            <a:off x="685800" y="1347120"/>
            <a:ext cx="7772040" cy="80280"/>
          </a:xfrm>
          <a:prstGeom prst="rect">
            <a:avLst/>
          </a:prstGeom>
          <a:blipFill rotWithShape="0">
            <a:blip r:embed="rId3">
              <a:alphaModFix amt="80000"/>
            </a:blip>
            <a:srcRect/>
            <a:tile tx="0" ty="1005069" sx="91990" sy="88989" algn="ctr"/>
          </a:blip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5640" bIns="3564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Rectangle 7"/>
          <p:cNvSpPr/>
          <p:nvPr/>
        </p:nvSpPr>
        <p:spPr>
          <a:xfrm>
            <a:off x="685800" y="4282920"/>
            <a:ext cx="7772040" cy="80280"/>
          </a:xfrm>
          <a:prstGeom prst="rect">
            <a:avLst/>
          </a:prstGeom>
          <a:blipFill rotWithShape="0">
            <a:blip r:embed="rId4">
              <a:alphaModFix amt="80000"/>
            </a:blip>
            <a:srcRect/>
            <a:tile tx="0" ty="1040335" sx="91990" sy="88989" algn="ctr"/>
          </a:blip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5640" bIns="3564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Rectangle 8"/>
          <p:cNvSpPr/>
          <p:nvPr/>
        </p:nvSpPr>
        <p:spPr>
          <a:xfrm>
            <a:off x="685800" y="1484640"/>
            <a:ext cx="7772040" cy="2742840"/>
          </a:xfrm>
          <a:prstGeom prst="rect">
            <a:avLst/>
          </a:prstGeom>
          <a:blipFill rotWithShape="0">
            <a:blip r:embed="rId5">
              <a:alphaModFix amt="80000"/>
            </a:blip>
            <a:srcRect/>
            <a:tile tx="0" ty="1057968" sx="91990" sy="88989" algn="ctr"/>
          </a:blip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8" name="Group 9"/>
          <p:cNvGrpSpPr/>
          <p:nvPr/>
        </p:nvGrpSpPr>
        <p:grpSpPr>
          <a:xfrm>
            <a:off x="7234920" y="4106880"/>
            <a:ext cx="914040" cy="914040"/>
            <a:chOff x="7234920" y="4106880"/>
            <a:chExt cx="914040" cy="914040"/>
          </a:xfrm>
        </p:grpSpPr>
        <p:sp>
          <p:nvSpPr>
            <p:cNvPr id="9" name="Oval 10"/>
            <p:cNvSpPr/>
            <p:nvPr/>
          </p:nvSpPr>
          <p:spPr>
            <a:xfrm>
              <a:off x="7234920" y="4106880"/>
              <a:ext cx="914040" cy="914040"/>
            </a:xfrm>
            <a:prstGeom prst="ellipse">
              <a:avLst/>
            </a:prstGeom>
            <a:blipFill rotWithShape="0">
              <a:blip r:embed="rId6"/>
              <a:srcRect/>
              <a:tile tx="0" ty="0" sx="84990" sy="84992" algn="tl"/>
            </a:blipFill>
            <a:ln w="2556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" name="Oval 11"/>
            <p:cNvSpPr/>
            <p:nvPr/>
          </p:nvSpPr>
          <p:spPr>
            <a:xfrm>
              <a:off x="7326360" y="4198320"/>
              <a:ext cx="731160" cy="731160"/>
            </a:xfrm>
            <a:prstGeom prst="ellipse">
              <a:avLst/>
            </a:prstGeom>
            <a:noFill/>
            <a:ln w="2556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788760" y="1432080"/>
            <a:ext cx="7593120" cy="3035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80000"/>
              </a:lnSpc>
              <a:buNone/>
            </a:pPr>
            <a:r>
              <a:rPr b="0" lang="en-US" sz="6400" strike="noStrike" u="none" cap="all">
                <a:solidFill>
                  <a:srgbClr val="000000"/>
                </a:solidFill>
                <a:effectLst/>
                <a:uFillTx/>
                <a:latin typeface="Rockwell Condensed"/>
              </a:rPr>
              <a:t>Click to edit Master title style</a:t>
            </a:r>
            <a:endParaRPr b="0" lang="en-US" sz="64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dt" idx="1"/>
          </p:nvPr>
        </p:nvSpPr>
        <p:spPr>
          <a:xfrm>
            <a:off x="5992200" y="6272640"/>
            <a:ext cx="2454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000" strike="noStrike" u="none"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Rockwel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b="0" lang="en-US" sz="1000" strike="noStrike" u="none"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Rockwell"/>
              </a:rPr>
              <a:t>&lt;date/time&gt;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ftr" idx="2"/>
          </p:nvPr>
        </p:nvSpPr>
        <p:spPr>
          <a:xfrm>
            <a:off x="812880" y="6272640"/>
            <a:ext cx="47455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sldNum" idx="3"/>
          </p:nvPr>
        </p:nvSpPr>
        <p:spPr>
          <a:xfrm>
            <a:off x="7244280" y="4227120"/>
            <a:ext cx="894960" cy="639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marL="38160" indent="0" algn="ctr" defTabSz="457200">
              <a:lnSpc>
                <a:spcPts val="1239"/>
              </a:lnSpc>
              <a:buNone/>
              <a:defRPr b="1" lang="en-IE" sz="2800" spc="-26" strike="noStrike" u="none">
                <a:solidFill>
                  <a:srgbClr val="ffffff"/>
                </a:solidFill>
                <a:effectLst/>
                <a:uFillTx/>
                <a:latin typeface="Rockwell"/>
              </a:defRPr>
            </a:lvl1pPr>
          </a:lstStyle>
          <a:p>
            <a:pPr marL="38160" indent="0" algn="ctr" defTabSz="457200">
              <a:lnSpc>
                <a:spcPts val="1239"/>
              </a:lnSpc>
              <a:buNone/>
            </a:pPr>
            <a:fld id="{F6C5A4BE-65BD-40CC-B905-EB97F1801A2B}" type="slidenum">
              <a:rPr b="1" lang="en-IE" sz="2800" spc="-26" strike="noStrike" u="none">
                <a:solidFill>
                  <a:srgbClr val="ffffff"/>
                </a:solidFill>
                <a:effectLst/>
                <a:uFillTx/>
                <a:latin typeface="Rockwell"/>
              </a:rPr>
              <a:t>&lt;number&gt;</a:t>
            </a:fld>
            <a:endParaRPr b="0" lang="en-US" sz="2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7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1"/>
          <p:cNvGrpSpPr/>
          <p:nvPr/>
        </p:nvGrpSpPr>
        <p:grpSpPr>
          <a:xfrm>
            <a:off x="8522640" y="6255360"/>
            <a:ext cx="392760" cy="392760"/>
            <a:chOff x="8522640" y="6255360"/>
            <a:chExt cx="392760" cy="392760"/>
          </a:xfrm>
        </p:grpSpPr>
        <p:sp>
          <p:nvSpPr>
            <p:cNvPr id="18" name="Oval 7"/>
            <p:cNvSpPr/>
            <p:nvPr/>
          </p:nvSpPr>
          <p:spPr>
            <a:xfrm>
              <a:off x="8522640" y="6255360"/>
              <a:ext cx="392760" cy="392760"/>
            </a:xfrm>
            <a:prstGeom prst="ellipse">
              <a:avLst/>
            </a:prstGeom>
            <a:blipFill rotWithShape="0">
              <a:blip r:embed="rId2"/>
              <a:srcRect/>
              <a:tile tx="56995" ty="0" sx="84990" sy="84992" algn="tl"/>
            </a:blipFill>
            <a:ln w="2556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E" sz="1800" strike="noStrike" u="none">
                <a:solidFill>
                  <a:schemeClr val="dk1"/>
                </a:solidFill>
                <a:effectLst/>
                <a:uFillTx/>
                <a:latin typeface="Rockwell"/>
              </a:endParaRPr>
            </a:p>
          </p:txBody>
        </p:sp>
        <p:sp>
          <p:nvSpPr>
            <p:cNvPr id="19" name="Oval 8"/>
            <p:cNvSpPr/>
            <p:nvPr/>
          </p:nvSpPr>
          <p:spPr>
            <a:xfrm>
              <a:off x="8559360" y="6291720"/>
              <a:ext cx="319680" cy="319680"/>
            </a:xfrm>
            <a:prstGeom prst="ellipse">
              <a:avLst/>
            </a:prstGeom>
            <a:noFill/>
            <a:ln w="1260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E" sz="1800" strike="noStrike" u="none">
                <a:solidFill>
                  <a:schemeClr val="dk1"/>
                </a:solidFill>
                <a:effectLst/>
                <a:uFillTx/>
                <a:latin typeface="Rockwell"/>
              </a:endParaRPr>
            </a:p>
          </p:txBody>
        </p:sp>
      </p:grpSp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685800" y="484560"/>
            <a:ext cx="7772040" cy="1608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200" strike="noStrike" u="none" cap="all">
                <a:solidFill>
                  <a:srgbClr val="000000"/>
                </a:solidFill>
                <a:effectLst/>
                <a:uFillTx/>
                <a:latin typeface="Rockwell Condensed"/>
              </a:rPr>
              <a:t>Click to edit Master title style</a:t>
            </a:r>
            <a:endParaRPr b="0" lang="en-US" sz="42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body"/>
          </p:nvPr>
        </p:nvSpPr>
        <p:spPr>
          <a:xfrm>
            <a:off x="685800" y="2121480"/>
            <a:ext cx="7772040" cy="405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432000" indent="-324000" defTabSz="914400">
              <a:lnSpc>
                <a:spcPct val="90000"/>
              </a:lnSpc>
              <a:spcBef>
                <a:spcPts val="11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Rockwell"/>
              </a:rPr>
              <a:t>Click to edit Master text styles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  <a:p>
            <a:pPr lvl="1" marL="864000" indent="-324000" defTabSz="914400">
              <a:lnSpc>
                <a:spcPct val="90000"/>
              </a:lnSpc>
              <a:spcBef>
                <a:spcPts val="400"/>
              </a:spcBef>
              <a:spcAft>
                <a:spcPts val="201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Rockwell"/>
              </a:rPr>
              <a:t>Second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  <a:p>
            <a:pPr lvl="2" marL="1296000" indent="-288000" defTabSz="914400">
              <a:lnSpc>
                <a:spcPct val="90000"/>
              </a:lnSpc>
              <a:spcBef>
                <a:spcPts val="400"/>
              </a:spcBef>
              <a:spcAft>
                <a:spcPts val="201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Rockwell"/>
              </a:rPr>
              <a:t>Third level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  <a:p>
            <a:pPr lvl="3" marL="1728000" indent="-216000" defTabSz="914400">
              <a:lnSpc>
                <a:spcPct val="90000"/>
              </a:lnSpc>
              <a:spcBef>
                <a:spcPts val="400"/>
              </a:spcBef>
              <a:spcAft>
                <a:spcPts val="201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Rockwell"/>
              </a:rPr>
              <a:t>Fourth level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  <a:p>
            <a:pPr lvl="4" marL="2160000" indent="-216000" defTabSz="914400">
              <a:lnSpc>
                <a:spcPct val="90000"/>
              </a:lnSpc>
              <a:spcBef>
                <a:spcPts val="400"/>
              </a:spcBef>
              <a:spcAft>
                <a:spcPts val="201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Rockwell"/>
              </a:rPr>
              <a:t>Fifth level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dt" idx="4"/>
          </p:nvPr>
        </p:nvSpPr>
        <p:spPr>
          <a:xfrm>
            <a:off x="5992200" y="6272640"/>
            <a:ext cx="2454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000" strike="noStrike" u="none"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Rockwel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b="0" lang="en-US" sz="1000" strike="noStrike" u="none"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Rockwell"/>
              </a:rPr>
              <a:t>&lt;date/time&gt;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 type="ftr" idx="5"/>
          </p:nvPr>
        </p:nvSpPr>
        <p:spPr>
          <a:xfrm>
            <a:off x="685800" y="6272640"/>
            <a:ext cx="47455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5"/>
          <p:cNvSpPr>
            <a:spLocks noGrp="1"/>
          </p:cNvSpPr>
          <p:nvPr>
            <p:ph type="sldNum" idx="6"/>
          </p:nvPr>
        </p:nvSpPr>
        <p:spPr>
          <a:xfrm>
            <a:off x="8483400" y="6272640"/>
            <a:ext cx="47988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marL="38160" indent="0" algn="ctr" defTabSz="457200">
              <a:lnSpc>
                <a:spcPts val="1239"/>
              </a:lnSpc>
              <a:buNone/>
              <a:defRPr b="1" lang="en-IE" sz="1100" spc="-26" strike="noStrike" u="none">
                <a:solidFill>
                  <a:srgbClr val="ffffff"/>
                </a:solidFill>
                <a:effectLst/>
                <a:uFillTx/>
                <a:latin typeface="Rockwell"/>
              </a:defRPr>
            </a:lvl1pPr>
          </a:lstStyle>
          <a:p>
            <a:pPr marL="38160" indent="0" algn="ctr" defTabSz="457200">
              <a:lnSpc>
                <a:spcPts val="1239"/>
              </a:lnSpc>
              <a:buNone/>
            </a:pPr>
            <a:fld id="{A7F2FA44-F5F4-43EA-BF2F-FBF40D55BCF6}" type="slidenum">
              <a:rPr b="1" lang="en-IE" sz="1100" spc="-26" strike="noStrike" u="none">
                <a:solidFill>
                  <a:srgbClr val="ffffff"/>
                </a:solidFill>
                <a:effectLst/>
                <a:uFillTx/>
                <a:latin typeface="Rockwell"/>
              </a:rPr>
              <a:t>&lt;number&gt;</a:t>
            </a:fld>
            <a:endParaRPr b="0" lang="en-US" sz="11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3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roup 11"/>
          <p:cNvGrpSpPr/>
          <p:nvPr/>
        </p:nvGrpSpPr>
        <p:grpSpPr>
          <a:xfrm>
            <a:off x="8522640" y="6255360"/>
            <a:ext cx="392760" cy="392760"/>
            <a:chOff x="8522640" y="6255360"/>
            <a:chExt cx="392760" cy="392760"/>
          </a:xfrm>
        </p:grpSpPr>
        <p:sp>
          <p:nvSpPr>
            <p:cNvPr id="28" name="Oval 7"/>
            <p:cNvSpPr/>
            <p:nvPr/>
          </p:nvSpPr>
          <p:spPr>
            <a:xfrm>
              <a:off x="8522640" y="6255360"/>
              <a:ext cx="392760" cy="392760"/>
            </a:xfrm>
            <a:prstGeom prst="ellipse">
              <a:avLst/>
            </a:prstGeom>
            <a:blipFill rotWithShape="0">
              <a:blip r:embed="rId2"/>
              <a:srcRect/>
              <a:tile tx="56995" ty="0" sx="84990" sy="84992" algn="tl"/>
            </a:blipFill>
            <a:ln w="2556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E" sz="1800" strike="noStrike" u="none">
                <a:solidFill>
                  <a:schemeClr val="dk1"/>
                </a:solidFill>
                <a:effectLst/>
                <a:uFillTx/>
                <a:latin typeface="Rockwell"/>
              </a:endParaRPr>
            </a:p>
          </p:txBody>
        </p:sp>
        <p:sp>
          <p:nvSpPr>
            <p:cNvPr id="29" name="Oval 8"/>
            <p:cNvSpPr/>
            <p:nvPr/>
          </p:nvSpPr>
          <p:spPr>
            <a:xfrm>
              <a:off x="8559360" y="6291720"/>
              <a:ext cx="319680" cy="319680"/>
            </a:xfrm>
            <a:prstGeom prst="ellipse">
              <a:avLst/>
            </a:prstGeom>
            <a:noFill/>
            <a:ln w="1260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E" sz="1800" strike="noStrike" u="none">
                <a:solidFill>
                  <a:schemeClr val="dk1"/>
                </a:solidFill>
                <a:effectLst/>
                <a:uFillTx/>
                <a:latin typeface="Rockwell"/>
              </a:endParaRPr>
            </a:p>
          </p:txBody>
        </p:sp>
      </p:grpSp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6543720" y="533520"/>
            <a:ext cx="1914120" cy="5638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anchorCtr="1" vert="eaVert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200" strike="noStrike" u="none" cap="all">
                <a:solidFill>
                  <a:srgbClr val="000000"/>
                </a:solidFill>
                <a:effectLst/>
                <a:uFillTx/>
                <a:latin typeface="Rockwell Condensed"/>
              </a:rPr>
              <a:t>Click to edit Master title style</a:t>
            </a:r>
            <a:endParaRPr b="0" lang="en-US" sz="42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 type="body"/>
          </p:nvPr>
        </p:nvSpPr>
        <p:spPr>
          <a:xfrm>
            <a:off x="800280" y="533520"/>
            <a:ext cx="5628960" cy="5638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432000" indent="-324000" defTabSz="914400">
              <a:lnSpc>
                <a:spcPct val="90000"/>
              </a:lnSpc>
              <a:spcBef>
                <a:spcPts val="11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Rockwell"/>
              </a:rPr>
              <a:t>Click to edit Master text styles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  <a:p>
            <a:pPr lvl="1" marL="864000" indent="-324000" defTabSz="914400">
              <a:lnSpc>
                <a:spcPct val="90000"/>
              </a:lnSpc>
              <a:spcBef>
                <a:spcPts val="400"/>
              </a:spcBef>
              <a:spcAft>
                <a:spcPts val="201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Rockwell"/>
              </a:rPr>
              <a:t>Second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  <a:p>
            <a:pPr lvl="2" marL="1296000" indent="-288000" defTabSz="914400">
              <a:lnSpc>
                <a:spcPct val="90000"/>
              </a:lnSpc>
              <a:spcBef>
                <a:spcPts val="400"/>
              </a:spcBef>
              <a:spcAft>
                <a:spcPts val="201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Rockwell"/>
              </a:rPr>
              <a:t>Third level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  <a:p>
            <a:pPr lvl="3" marL="1728000" indent="-216000" defTabSz="914400">
              <a:lnSpc>
                <a:spcPct val="90000"/>
              </a:lnSpc>
              <a:spcBef>
                <a:spcPts val="400"/>
              </a:spcBef>
              <a:spcAft>
                <a:spcPts val="201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Rockwell"/>
              </a:rPr>
              <a:t>Fourth level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  <a:p>
            <a:pPr lvl="4" marL="2160000" indent="-216000" defTabSz="914400">
              <a:lnSpc>
                <a:spcPct val="90000"/>
              </a:lnSpc>
              <a:spcBef>
                <a:spcPts val="400"/>
              </a:spcBef>
              <a:spcAft>
                <a:spcPts val="201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Rockwell"/>
              </a:rPr>
              <a:t>Fifth level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 type="dt" idx="7"/>
          </p:nvPr>
        </p:nvSpPr>
        <p:spPr>
          <a:xfrm>
            <a:off x="5992200" y="6272640"/>
            <a:ext cx="2454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000" strike="noStrike" u="none"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Rockwel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b="0" lang="en-US" sz="1000" strike="noStrike" u="none"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Rockwell"/>
              </a:rPr>
              <a:t>&lt;date/time&gt;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" name="PlaceHolder 4"/>
          <p:cNvSpPr>
            <a:spLocks noGrp="1"/>
          </p:cNvSpPr>
          <p:nvPr>
            <p:ph type="ftr" idx="8"/>
          </p:nvPr>
        </p:nvSpPr>
        <p:spPr>
          <a:xfrm>
            <a:off x="685800" y="6272640"/>
            <a:ext cx="47455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" name="PlaceHolder 5"/>
          <p:cNvSpPr>
            <a:spLocks noGrp="1"/>
          </p:cNvSpPr>
          <p:nvPr>
            <p:ph type="sldNum" idx="9"/>
          </p:nvPr>
        </p:nvSpPr>
        <p:spPr>
          <a:xfrm>
            <a:off x="8483400" y="6272640"/>
            <a:ext cx="47988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marL="38160" indent="0" algn="ctr" defTabSz="457200">
              <a:lnSpc>
                <a:spcPts val="1239"/>
              </a:lnSpc>
              <a:buNone/>
              <a:defRPr b="1" lang="en-IE" sz="1100" spc="-26" strike="noStrike" u="none">
                <a:solidFill>
                  <a:srgbClr val="ffffff"/>
                </a:solidFill>
                <a:effectLst/>
                <a:uFillTx/>
                <a:latin typeface="Rockwell"/>
              </a:defRPr>
            </a:lvl1pPr>
          </a:lstStyle>
          <a:p>
            <a:pPr marL="38160" indent="0" algn="ctr" defTabSz="457200">
              <a:lnSpc>
                <a:spcPts val="1239"/>
              </a:lnSpc>
              <a:buNone/>
            </a:pPr>
            <a:fld id="{490C163C-33FF-4EC4-BE72-24293815FA93}" type="slidenum">
              <a:rPr b="1" lang="en-IE" sz="1100" spc="-26" strike="noStrike" u="none">
                <a:solidFill>
                  <a:srgbClr val="ffffff"/>
                </a:solidFill>
                <a:effectLst/>
                <a:uFillTx/>
                <a:latin typeface="Rockwell"/>
              </a:rPr>
              <a:t>&lt;number&gt;</a:t>
            </a:fld>
            <a:endParaRPr b="0" lang="en-US" sz="11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3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11"/>
          <p:cNvGrpSpPr/>
          <p:nvPr/>
        </p:nvGrpSpPr>
        <p:grpSpPr>
          <a:xfrm>
            <a:off x="8522640" y="6255360"/>
            <a:ext cx="392760" cy="392760"/>
            <a:chOff x="8522640" y="6255360"/>
            <a:chExt cx="392760" cy="392760"/>
          </a:xfrm>
        </p:grpSpPr>
        <p:sp>
          <p:nvSpPr>
            <p:cNvPr id="38" name="Oval 7"/>
            <p:cNvSpPr/>
            <p:nvPr/>
          </p:nvSpPr>
          <p:spPr>
            <a:xfrm>
              <a:off x="8522640" y="6255360"/>
              <a:ext cx="392760" cy="392760"/>
            </a:xfrm>
            <a:prstGeom prst="ellipse">
              <a:avLst/>
            </a:prstGeom>
            <a:blipFill rotWithShape="0">
              <a:blip r:embed="rId2"/>
              <a:srcRect/>
              <a:tile tx="56995" ty="0" sx="84990" sy="84992" algn="tl"/>
            </a:blipFill>
            <a:ln w="2556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E" sz="1800" strike="noStrike" u="none">
                <a:solidFill>
                  <a:schemeClr val="dk1"/>
                </a:solidFill>
                <a:effectLst/>
                <a:uFillTx/>
                <a:latin typeface="Rockwell"/>
              </a:endParaRPr>
            </a:p>
          </p:txBody>
        </p:sp>
        <p:sp>
          <p:nvSpPr>
            <p:cNvPr id="39" name="Oval 8"/>
            <p:cNvSpPr/>
            <p:nvPr/>
          </p:nvSpPr>
          <p:spPr>
            <a:xfrm>
              <a:off x="8559360" y="6291720"/>
              <a:ext cx="319680" cy="319680"/>
            </a:xfrm>
            <a:prstGeom prst="ellipse">
              <a:avLst/>
            </a:prstGeom>
            <a:noFill/>
            <a:ln w="1260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E" sz="1800" strike="noStrike" u="none">
                <a:solidFill>
                  <a:schemeClr val="dk1"/>
                </a:solidFill>
                <a:effectLst/>
                <a:uFillTx/>
                <a:latin typeface="Rockwell"/>
              </a:endParaRPr>
            </a:p>
          </p:txBody>
        </p:sp>
      </p:grpSp>
      <p:sp>
        <p:nvSpPr>
          <p:cNvPr id="40" name="Rectangle 4"/>
          <p:cNvSpPr/>
          <p:nvPr/>
        </p:nvSpPr>
        <p:spPr>
          <a:xfrm flipV="1">
            <a:off x="539640" y="6451920"/>
            <a:ext cx="3203280" cy="70920"/>
          </a:xfrm>
          <a:prstGeom prst="rect">
            <a:avLst/>
          </a:prstGeom>
          <a:solidFill>
            <a:srgbClr val="822327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6280" bIns="26280" anchor="ctr">
            <a:noAutofit/>
          </a:bodyPr>
          <a:p>
            <a:endParaRPr b="0" lang="en-GB" sz="1800" strike="noStrike" u="none">
              <a:solidFill>
                <a:schemeClr val="lt1"/>
              </a:solidFill>
              <a:effectLst/>
              <a:uFillTx/>
              <a:latin typeface="Rockwell"/>
            </a:endParaRPr>
          </a:p>
        </p:txBody>
      </p:sp>
      <p:sp>
        <p:nvSpPr>
          <p:cNvPr id="41" name="Rectangle 5"/>
          <p:cNvSpPr/>
          <p:nvPr/>
        </p:nvSpPr>
        <p:spPr>
          <a:xfrm flipV="1">
            <a:off x="4008600" y="6451920"/>
            <a:ext cx="4679640" cy="70920"/>
          </a:xfrm>
          <a:prstGeom prst="rect">
            <a:avLst/>
          </a:prstGeom>
          <a:solidFill>
            <a:srgbClr val="822327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6280" bIns="26280" anchor="ctr">
            <a:noAutofit/>
          </a:bodyPr>
          <a:p>
            <a:endParaRPr b="0" lang="en-GB" sz="1800" strike="noStrike" u="none">
              <a:solidFill>
                <a:schemeClr val="lt1"/>
              </a:solidFill>
              <a:effectLst/>
              <a:uFillTx/>
              <a:latin typeface="Rockwell"/>
            </a:endParaRPr>
          </a:p>
        </p:txBody>
      </p:sp>
      <p:pic>
        <p:nvPicPr>
          <p:cNvPr id="42" name="Picture 2" descr="C:\Users\Rowan\Documents\Maynooth\Powerpoint Template\K7917 - Maynooth University_PowerPoint (Burgundy) Option 1-2-2.jpg"/>
          <p:cNvPicPr/>
          <p:nvPr/>
        </p:nvPicPr>
        <p:blipFill>
          <a:blip r:embed="rId3"/>
          <a:srcRect l="23770" t="-393" r="33404" b="0"/>
          <a:stretch/>
        </p:blipFill>
        <p:spPr>
          <a:xfrm>
            <a:off x="4008600" y="549360"/>
            <a:ext cx="4679640" cy="5832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3" name="Picture 2" descr="C:\Users\Rowan\Documents\Maynooth\Powerpoint Template\K7384 Maynooth University Logo_RGB_300dpi.jpg"/>
          <p:cNvPicPr/>
          <p:nvPr/>
        </p:nvPicPr>
        <p:blipFill>
          <a:blip r:embed="rId4"/>
          <a:stretch/>
        </p:blipFill>
        <p:spPr>
          <a:xfrm>
            <a:off x="179280" y="115920"/>
            <a:ext cx="3142800" cy="1663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4" name="PlaceHolder 1"/>
          <p:cNvSpPr>
            <a:spLocks noGrp="1"/>
          </p:cNvSpPr>
          <p:nvPr>
            <p:ph type="body"/>
          </p:nvPr>
        </p:nvSpPr>
        <p:spPr>
          <a:xfrm>
            <a:off x="611640" y="3141000"/>
            <a:ext cx="3024000" cy="2231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 defTabSz="914400">
              <a:lnSpc>
                <a:spcPct val="90000"/>
              </a:lnSpc>
              <a:spcBef>
                <a:spcPts val="11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1" lang="en-US" sz="4000" strike="noStrike" u="none">
                <a:solidFill>
                  <a:srgbClr val="822327"/>
                </a:solidFill>
                <a:effectLst/>
                <a:uFillTx/>
                <a:latin typeface="Rockwell"/>
              </a:rPr>
              <a:t>Click to edit Master text styles</a:t>
            </a:r>
            <a:endParaRPr b="0" lang="en-US" sz="40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611280" y="5661000"/>
            <a:ext cx="3024360" cy="72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199"/>
              </a:spcBef>
              <a:buNone/>
              <a:tabLst>
                <a:tab algn="l" pos="0"/>
              </a:tabLst>
            </a:pPr>
            <a:r>
              <a:rPr b="0" lang="en-US" sz="2400" strike="noStrike" u="none">
                <a:solidFill>
                  <a:srgbClr val="822327"/>
                </a:solidFill>
                <a:effectLst/>
                <a:uFillTx/>
                <a:latin typeface="Rockwell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Rockwell"/>
              </a:rPr>
              <a:t>Click to edit the title text format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5"/>
    <p:sldLayoutId id="2147483656" r:id="rId6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roup 11"/>
          <p:cNvGrpSpPr/>
          <p:nvPr/>
        </p:nvGrpSpPr>
        <p:grpSpPr>
          <a:xfrm>
            <a:off x="8522640" y="6255360"/>
            <a:ext cx="392760" cy="392760"/>
            <a:chOff x="8522640" y="6255360"/>
            <a:chExt cx="392760" cy="392760"/>
          </a:xfrm>
        </p:grpSpPr>
        <p:sp>
          <p:nvSpPr>
            <p:cNvPr id="52" name="Oval 7"/>
            <p:cNvSpPr/>
            <p:nvPr/>
          </p:nvSpPr>
          <p:spPr>
            <a:xfrm>
              <a:off x="8522640" y="6255360"/>
              <a:ext cx="392760" cy="392760"/>
            </a:xfrm>
            <a:prstGeom prst="ellipse">
              <a:avLst/>
            </a:prstGeom>
            <a:blipFill rotWithShape="0">
              <a:blip r:embed="rId2"/>
              <a:srcRect/>
              <a:tile tx="56995" ty="0" sx="84990" sy="84992" algn="tl"/>
            </a:blipFill>
            <a:ln w="2556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E" sz="1800" strike="noStrike" u="none">
                <a:solidFill>
                  <a:schemeClr val="dk1"/>
                </a:solidFill>
                <a:effectLst/>
                <a:uFillTx/>
                <a:latin typeface="Rockwell"/>
              </a:endParaRPr>
            </a:p>
          </p:txBody>
        </p:sp>
        <p:sp>
          <p:nvSpPr>
            <p:cNvPr id="53" name="Oval 8"/>
            <p:cNvSpPr/>
            <p:nvPr/>
          </p:nvSpPr>
          <p:spPr>
            <a:xfrm>
              <a:off x="8559360" y="6291720"/>
              <a:ext cx="319680" cy="319680"/>
            </a:xfrm>
            <a:prstGeom prst="ellipse">
              <a:avLst/>
            </a:prstGeom>
            <a:noFill/>
            <a:ln w="1260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E" sz="1800" strike="noStrike" u="none">
                <a:solidFill>
                  <a:schemeClr val="dk1"/>
                </a:solidFill>
                <a:effectLst/>
                <a:uFillTx/>
                <a:latin typeface="Rockwell"/>
              </a:endParaRPr>
            </a:p>
          </p:txBody>
        </p:sp>
      </p:grpSp>
      <p:sp>
        <p:nvSpPr>
          <p:cNvPr id="54" name="TextBox 3"/>
          <p:cNvSpPr/>
          <p:nvPr/>
        </p:nvSpPr>
        <p:spPr>
          <a:xfrm>
            <a:off x="7172280" y="6448320"/>
            <a:ext cx="1485720" cy="25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GB" sz="11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maynoothuniversity.ie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Rectangle 4"/>
          <p:cNvSpPr/>
          <p:nvPr/>
        </p:nvSpPr>
        <p:spPr>
          <a:xfrm flipV="1">
            <a:off x="395280" y="5883120"/>
            <a:ext cx="8316720" cy="70920"/>
          </a:xfrm>
          <a:prstGeom prst="rect">
            <a:avLst/>
          </a:prstGeom>
          <a:solidFill>
            <a:srgbClr val="822327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6280" bIns="26280" anchor="ctr">
            <a:noAutofit/>
          </a:bodyPr>
          <a:p>
            <a:endParaRPr b="0" lang="en-GB" sz="1800" strike="noStrike" u="none">
              <a:solidFill>
                <a:schemeClr val="lt1"/>
              </a:solidFill>
              <a:effectLst/>
              <a:uFillTx/>
              <a:latin typeface="Rockwell"/>
            </a:endParaRPr>
          </a:p>
        </p:txBody>
      </p:sp>
      <p:pic>
        <p:nvPicPr>
          <p:cNvPr id="56" name="Picture 3" descr="C:\Users\Rowan\Desktop\K7384 Maynooth University Logo_RGB_300dpi.jpg"/>
          <p:cNvPicPr/>
          <p:nvPr/>
        </p:nvPicPr>
        <p:blipFill>
          <a:blip r:embed="rId3"/>
          <a:stretch/>
        </p:blipFill>
        <p:spPr>
          <a:xfrm>
            <a:off x="395280" y="6093000"/>
            <a:ext cx="1476000" cy="669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7" name="PlaceHolder 1"/>
          <p:cNvSpPr>
            <a:spLocks noGrp="1"/>
          </p:cNvSpPr>
          <p:nvPr>
            <p:ph type="body"/>
          </p:nvPr>
        </p:nvSpPr>
        <p:spPr>
          <a:xfrm>
            <a:off x="746280" y="620640"/>
            <a:ext cx="7560360" cy="1007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 defTabSz="914400">
              <a:lnSpc>
                <a:spcPct val="90000"/>
              </a:lnSpc>
              <a:spcBef>
                <a:spcPts val="11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1" lang="en-US" sz="4000" strike="noStrike" u="none">
                <a:solidFill>
                  <a:srgbClr val="822327"/>
                </a:solidFill>
                <a:effectLst/>
                <a:uFillTx/>
                <a:latin typeface="Rockwell"/>
              </a:rPr>
              <a:t>Click to edit Master text styles</a:t>
            </a:r>
            <a:endParaRPr b="0" lang="en-US" sz="40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 type="body"/>
          </p:nvPr>
        </p:nvSpPr>
        <p:spPr>
          <a:xfrm>
            <a:off x="755640" y="1844640"/>
            <a:ext cx="7561080" cy="3816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90000"/>
              </a:lnSpc>
              <a:spcBef>
                <a:spcPts val="1199"/>
              </a:spcBef>
              <a:buClr>
                <a:srgbClr val="9e3611"/>
              </a:buClr>
              <a:buSzPct val="85000"/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Rockwell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Rockwell"/>
              </a:rPr>
              <a:t>Click to edit the title text format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Id4"/>
    <p:sldLayoutId id="2147483659" r:id="rId5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2" name="Group 11"/>
          <p:cNvGrpSpPr/>
          <p:nvPr/>
        </p:nvGrpSpPr>
        <p:grpSpPr>
          <a:xfrm>
            <a:off x="8522640" y="6255360"/>
            <a:ext cx="392760" cy="392760"/>
            <a:chOff x="8522640" y="6255360"/>
            <a:chExt cx="392760" cy="392760"/>
          </a:xfrm>
        </p:grpSpPr>
        <p:sp>
          <p:nvSpPr>
            <p:cNvPr id="63" name="Oval 7"/>
            <p:cNvSpPr/>
            <p:nvPr/>
          </p:nvSpPr>
          <p:spPr>
            <a:xfrm>
              <a:off x="8522640" y="6255360"/>
              <a:ext cx="392760" cy="392760"/>
            </a:xfrm>
            <a:prstGeom prst="ellipse">
              <a:avLst/>
            </a:prstGeom>
            <a:blipFill rotWithShape="0">
              <a:blip r:embed="rId2"/>
              <a:srcRect/>
              <a:tile tx="56995" ty="0" sx="84990" sy="84992" algn="tl"/>
            </a:blipFill>
            <a:ln w="2556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E" sz="1800" strike="noStrike" u="none">
                <a:solidFill>
                  <a:schemeClr val="dk1"/>
                </a:solidFill>
                <a:effectLst/>
                <a:uFillTx/>
                <a:latin typeface="Rockwell"/>
              </a:endParaRPr>
            </a:p>
          </p:txBody>
        </p:sp>
        <p:sp>
          <p:nvSpPr>
            <p:cNvPr id="64" name="Oval 8"/>
            <p:cNvSpPr/>
            <p:nvPr/>
          </p:nvSpPr>
          <p:spPr>
            <a:xfrm>
              <a:off x="8559360" y="6291720"/>
              <a:ext cx="319680" cy="319680"/>
            </a:xfrm>
            <a:prstGeom prst="ellipse">
              <a:avLst/>
            </a:prstGeom>
            <a:noFill/>
            <a:ln w="1260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E" sz="1800" strike="noStrike" u="none">
                <a:solidFill>
                  <a:schemeClr val="dk1"/>
                </a:solidFill>
                <a:effectLst/>
                <a:uFillTx/>
                <a:latin typeface="Rockwell"/>
              </a:endParaRPr>
            </a:p>
          </p:txBody>
        </p:sp>
      </p:grpSp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685800" y="484560"/>
            <a:ext cx="7772040" cy="1608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200" strike="noStrike" u="none" cap="all">
                <a:solidFill>
                  <a:srgbClr val="000000"/>
                </a:solidFill>
                <a:effectLst/>
                <a:uFillTx/>
                <a:latin typeface="Rockwell Condensed"/>
              </a:rPr>
              <a:t>Click to edit Master title style</a:t>
            </a:r>
            <a:endParaRPr b="0" lang="en-US" sz="42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</p:txBody>
      </p:sp>
      <p:sp>
        <p:nvSpPr>
          <p:cNvPr id="66" name="PlaceHolder 2"/>
          <p:cNvSpPr>
            <a:spLocks noGrp="1"/>
          </p:cNvSpPr>
          <p:nvPr>
            <p:ph type="body"/>
          </p:nvPr>
        </p:nvSpPr>
        <p:spPr>
          <a:xfrm>
            <a:off x="685800" y="2121480"/>
            <a:ext cx="7772040" cy="405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 defTabSz="914400">
              <a:lnSpc>
                <a:spcPct val="90000"/>
              </a:lnSpc>
              <a:spcBef>
                <a:spcPts val="11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Rockwell"/>
              </a:rPr>
              <a:t>Click to edit Master text styles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  <a:p>
            <a:pPr lvl="1" marL="864000" indent="-324000" defTabSz="914400">
              <a:lnSpc>
                <a:spcPct val="90000"/>
              </a:lnSpc>
              <a:spcBef>
                <a:spcPts val="400"/>
              </a:spcBef>
              <a:spcAft>
                <a:spcPts val="201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Rockwell"/>
              </a:rPr>
              <a:t>Second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  <a:p>
            <a:pPr lvl="2" marL="1296000" indent="-288000" defTabSz="914400">
              <a:lnSpc>
                <a:spcPct val="90000"/>
              </a:lnSpc>
              <a:spcBef>
                <a:spcPts val="400"/>
              </a:spcBef>
              <a:spcAft>
                <a:spcPts val="201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Rockwell"/>
              </a:rPr>
              <a:t>Third level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  <a:p>
            <a:pPr lvl="3" marL="1728000" indent="-216000" defTabSz="914400">
              <a:lnSpc>
                <a:spcPct val="90000"/>
              </a:lnSpc>
              <a:spcBef>
                <a:spcPts val="400"/>
              </a:spcBef>
              <a:spcAft>
                <a:spcPts val="201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Rockwell"/>
              </a:rPr>
              <a:t>Fourth level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  <a:p>
            <a:pPr lvl="4" marL="2160000" indent="-216000" defTabSz="914400">
              <a:lnSpc>
                <a:spcPct val="90000"/>
              </a:lnSpc>
              <a:spcBef>
                <a:spcPts val="400"/>
              </a:spcBef>
              <a:spcAft>
                <a:spcPts val="201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Rockwell"/>
              </a:rPr>
              <a:t>Fifth level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</p:txBody>
      </p:sp>
      <p:sp>
        <p:nvSpPr>
          <p:cNvPr id="67" name="PlaceHolder 3"/>
          <p:cNvSpPr>
            <a:spLocks noGrp="1"/>
          </p:cNvSpPr>
          <p:nvPr>
            <p:ph type="dt" idx="10"/>
          </p:nvPr>
        </p:nvSpPr>
        <p:spPr>
          <a:xfrm>
            <a:off x="5992200" y="6272640"/>
            <a:ext cx="2454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000" strike="noStrike" u="none"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Rockwel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b="0" lang="en-US" sz="1000" strike="noStrike" u="none"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Rockwell"/>
              </a:rPr>
              <a:t>&lt;date/time&gt;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" name="PlaceHolder 4"/>
          <p:cNvSpPr>
            <a:spLocks noGrp="1"/>
          </p:cNvSpPr>
          <p:nvPr>
            <p:ph type="ftr" idx="11"/>
          </p:nvPr>
        </p:nvSpPr>
        <p:spPr>
          <a:xfrm>
            <a:off x="685800" y="6272640"/>
            <a:ext cx="47455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" name="PlaceHolder 5"/>
          <p:cNvSpPr>
            <a:spLocks noGrp="1"/>
          </p:cNvSpPr>
          <p:nvPr>
            <p:ph type="sldNum" idx="12"/>
          </p:nvPr>
        </p:nvSpPr>
        <p:spPr>
          <a:xfrm>
            <a:off x="8483400" y="6272640"/>
            <a:ext cx="47988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marL="38160" indent="0" algn="ctr" defTabSz="457200">
              <a:lnSpc>
                <a:spcPts val="1239"/>
              </a:lnSpc>
              <a:buNone/>
              <a:defRPr b="1" lang="en-IE" sz="1100" spc="-26" strike="noStrike" u="none">
                <a:solidFill>
                  <a:srgbClr val="ffffff"/>
                </a:solidFill>
                <a:effectLst/>
                <a:uFillTx/>
                <a:latin typeface="Rockwell"/>
              </a:defRPr>
            </a:lvl1pPr>
          </a:lstStyle>
          <a:p>
            <a:pPr marL="38160" indent="0" algn="ctr" defTabSz="457200">
              <a:lnSpc>
                <a:spcPts val="1239"/>
              </a:lnSpc>
              <a:buNone/>
            </a:pPr>
            <a:fld id="{33D87351-9931-4995-95ED-1950E62A49E0}" type="slidenum">
              <a:rPr b="1" lang="en-IE" sz="1100" spc="-26" strike="noStrike" u="none">
                <a:solidFill>
                  <a:srgbClr val="ffffff"/>
                </a:solidFill>
                <a:effectLst/>
                <a:uFillTx/>
                <a:latin typeface="Rockwell"/>
              </a:rPr>
              <a:t>&lt;number&gt;</a:t>
            </a:fld>
            <a:endParaRPr b="0" lang="en-US" sz="11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3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2" name="Group 11"/>
          <p:cNvGrpSpPr/>
          <p:nvPr/>
        </p:nvGrpSpPr>
        <p:grpSpPr>
          <a:xfrm>
            <a:off x="8522640" y="6255360"/>
            <a:ext cx="392760" cy="392760"/>
            <a:chOff x="8522640" y="6255360"/>
            <a:chExt cx="392760" cy="392760"/>
          </a:xfrm>
        </p:grpSpPr>
        <p:sp>
          <p:nvSpPr>
            <p:cNvPr id="73" name="Oval 7"/>
            <p:cNvSpPr/>
            <p:nvPr/>
          </p:nvSpPr>
          <p:spPr>
            <a:xfrm>
              <a:off x="8522640" y="6255360"/>
              <a:ext cx="392760" cy="392760"/>
            </a:xfrm>
            <a:prstGeom prst="ellipse">
              <a:avLst/>
            </a:prstGeom>
            <a:blipFill rotWithShape="0">
              <a:blip r:embed="rId2"/>
              <a:srcRect/>
              <a:tile tx="56995" ty="0" sx="84990" sy="84992" algn="tl"/>
            </a:blipFill>
            <a:ln w="2556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E" sz="1800" strike="noStrike" u="none">
                <a:solidFill>
                  <a:schemeClr val="dk1"/>
                </a:solidFill>
                <a:effectLst/>
                <a:uFillTx/>
                <a:latin typeface="Rockwell"/>
              </a:endParaRPr>
            </a:p>
          </p:txBody>
        </p:sp>
        <p:sp>
          <p:nvSpPr>
            <p:cNvPr id="74" name="Oval 8"/>
            <p:cNvSpPr/>
            <p:nvPr/>
          </p:nvSpPr>
          <p:spPr>
            <a:xfrm>
              <a:off x="8559360" y="6291720"/>
              <a:ext cx="319680" cy="319680"/>
            </a:xfrm>
            <a:prstGeom prst="ellipse">
              <a:avLst/>
            </a:prstGeom>
            <a:noFill/>
            <a:ln w="1260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E" sz="1800" strike="noStrike" u="none">
                <a:solidFill>
                  <a:schemeClr val="dk1"/>
                </a:solidFill>
                <a:effectLst/>
                <a:uFillTx/>
                <a:latin typeface="Rockwell"/>
              </a:endParaRPr>
            </a:p>
          </p:txBody>
        </p:sp>
      </p:grpSp>
      <p:sp>
        <p:nvSpPr>
          <p:cNvPr id="75" name="Rectangle 6"/>
          <p:cNvSpPr/>
          <p:nvPr/>
        </p:nvSpPr>
        <p:spPr>
          <a:xfrm>
            <a:off x="0" y="4917960"/>
            <a:ext cx="9143640" cy="1939680"/>
          </a:xfrm>
          <a:prstGeom prst="rect">
            <a:avLst/>
          </a:prstGeom>
          <a:blipFill rotWithShape="0">
            <a:blip r:embed="rId3">
              <a:alphaModFix amt="80000"/>
            </a:blip>
            <a:srcRect/>
            <a:tile tx="0" ty="1057968" sx="91990" sy="88989" algn="ctr"/>
          </a:blip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1625400" y="1225440"/>
            <a:ext cx="6960600" cy="3520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914400">
              <a:lnSpc>
                <a:spcPct val="80000"/>
              </a:lnSpc>
              <a:buNone/>
            </a:pPr>
            <a:r>
              <a:rPr b="0" lang="en-US" sz="6400" strike="noStrike" u="none" cap="all">
                <a:solidFill>
                  <a:srgbClr val="000000"/>
                </a:solidFill>
                <a:effectLst/>
                <a:uFillTx/>
                <a:latin typeface="Rockwell Condensed"/>
              </a:rPr>
              <a:t>Click to edit Master title style</a:t>
            </a:r>
            <a:endParaRPr b="0" lang="en-US" sz="64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</p:txBody>
      </p:sp>
      <p:sp>
        <p:nvSpPr>
          <p:cNvPr id="77" name="PlaceHolder 2"/>
          <p:cNvSpPr>
            <a:spLocks noGrp="1"/>
          </p:cNvSpPr>
          <p:nvPr>
            <p:ph type="body"/>
          </p:nvPr>
        </p:nvSpPr>
        <p:spPr>
          <a:xfrm>
            <a:off x="1624320" y="5020200"/>
            <a:ext cx="6789240" cy="1066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432000" indent="-324000" defTabSz="914400">
              <a:lnSpc>
                <a:spcPct val="90000"/>
              </a:lnSpc>
              <a:spcBef>
                <a:spcPts val="11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1800" strike="noStrike" u="none"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Rockwell"/>
              </a:rPr>
              <a:t>Click to edit Master text styles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</p:txBody>
      </p:sp>
      <p:sp>
        <p:nvSpPr>
          <p:cNvPr id="78" name="PlaceHolder 3"/>
          <p:cNvSpPr>
            <a:spLocks noGrp="1"/>
          </p:cNvSpPr>
          <p:nvPr>
            <p:ph type="dt" idx="13"/>
          </p:nvPr>
        </p:nvSpPr>
        <p:spPr>
          <a:xfrm>
            <a:off x="6445080" y="6272640"/>
            <a:ext cx="198288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000" strike="noStrike" u="none"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Rockwel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b="0" lang="en-US" sz="1000" strike="noStrike" u="none"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Rockwell"/>
              </a:rPr>
              <a:t>&lt;date/time&gt;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" name="PlaceHolder 4"/>
          <p:cNvSpPr>
            <a:spLocks noGrp="1"/>
          </p:cNvSpPr>
          <p:nvPr>
            <p:ph type="ftr" idx="14"/>
          </p:nvPr>
        </p:nvSpPr>
        <p:spPr>
          <a:xfrm>
            <a:off x="1636200" y="6272640"/>
            <a:ext cx="47455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pSp>
        <p:nvGrpSpPr>
          <p:cNvPr id="80" name="Group 7"/>
          <p:cNvGrpSpPr/>
          <p:nvPr/>
        </p:nvGrpSpPr>
        <p:grpSpPr>
          <a:xfrm>
            <a:off x="633960" y="2430720"/>
            <a:ext cx="914040" cy="914040"/>
            <a:chOff x="633960" y="2430720"/>
            <a:chExt cx="914040" cy="914040"/>
          </a:xfrm>
        </p:grpSpPr>
        <p:sp>
          <p:nvSpPr>
            <p:cNvPr id="81" name="Oval 8"/>
            <p:cNvSpPr/>
            <p:nvPr/>
          </p:nvSpPr>
          <p:spPr>
            <a:xfrm>
              <a:off x="633960" y="2430720"/>
              <a:ext cx="914040" cy="914040"/>
            </a:xfrm>
            <a:prstGeom prst="ellipse">
              <a:avLst/>
            </a:prstGeom>
            <a:blipFill rotWithShape="0">
              <a:blip r:embed="rId4"/>
              <a:srcRect/>
              <a:tile tx="0" ty="0" sx="84990" sy="84992" algn="tl"/>
            </a:blipFill>
            <a:ln w="2556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2" name="Oval 9"/>
            <p:cNvSpPr/>
            <p:nvPr/>
          </p:nvSpPr>
          <p:spPr>
            <a:xfrm>
              <a:off x="725400" y="2522160"/>
              <a:ext cx="731160" cy="731160"/>
            </a:xfrm>
            <a:prstGeom prst="ellipse">
              <a:avLst/>
            </a:prstGeom>
            <a:noFill/>
            <a:ln w="2556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83" name="PlaceHolder 5"/>
          <p:cNvSpPr>
            <a:spLocks noGrp="1"/>
          </p:cNvSpPr>
          <p:nvPr>
            <p:ph type="sldNum" idx="15"/>
          </p:nvPr>
        </p:nvSpPr>
        <p:spPr>
          <a:xfrm>
            <a:off x="645480" y="2508480"/>
            <a:ext cx="891000" cy="72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marL="38160" indent="0" algn="ctr" defTabSz="457200">
              <a:lnSpc>
                <a:spcPts val="1239"/>
              </a:lnSpc>
              <a:buNone/>
              <a:defRPr b="1" lang="en-IE" sz="2800" spc="-26" strike="noStrike" u="none">
                <a:solidFill>
                  <a:srgbClr val="ffffff"/>
                </a:solidFill>
                <a:effectLst/>
                <a:uFillTx/>
                <a:latin typeface="Rockwell"/>
              </a:defRPr>
            </a:lvl1pPr>
          </a:lstStyle>
          <a:p>
            <a:pPr marL="38160" indent="0" algn="ctr" defTabSz="457200">
              <a:lnSpc>
                <a:spcPts val="1239"/>
              </a:lnSpc>
              <a:buNone/>
            </a:pPr>
            <a:fld id="{900AF6DC-344F-4C87-915F-C80D1F245EFB}" type="slidenum">
              <a:rPr b="1" lang="en-IE" sz="2800" spc="-26" strike="noStrike" u="none">
                <a:solidFill>
                  <a:srgbClr val="ffffff"/>
                </a:solidFill>
                <a:effectLst/>
                <a:uFillTx/>
                <a:latin typeface="Rockwell"/>
              </a:rPr>
              <a:t>&lt;number&gt;</a:t>
            </a:fld>
            <a:endParaRPr b="0" lang="en-US" sz="2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5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roup 11"/>
          <p:cNvGrpSpPr/>
          <p:nvPr/>
        </p:nvGrpSpPr>
        <p:grpSpPr>
          <a:xfrm>
            <a:off x="8522640" y="6255360"/>
            <a:ext cx="392760" cy="392760"/>
            <a:chOff x="8522640" y="6255360"/>
            <a:chExt cx="392760" cy="392760"/>
          </a:xfrm>
        </p:grpSpPr>
        <p:sp>
          <p:nvSpPr>
            <p:cNvPr id="86" name="Oval 7"/>
            <p:cNvSpPr/>
            <p:nvPr/>
          </p:nvSpPr>
          <p:spPr>
            <a:xfrm>
              <a:off x="8522640" y="6255360"/>
              <a:ext cx="392760" cy="392760"/>
            </a:xfrm>
            <a:prstGeom prst="ellipse">
              <a:avLst/>
            </a:prstGeom>
            <a:blipFill rotWithShape="0">
              <a:blip r:embed="rId2"/>
              <a:srcRect/>
              <a:tile tx="56995" ty="0" sx="84990" sy="84992" algn="tl"/>
            </a:blipFill>
            <a:ln w="2556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E" sz="1800" strike="noStrike" u="none">
                <a:solidFill>
                  <a:schemeClr val="dk1"/>
                </a:solidFill>
                <a:effectLst/>
                <a:uFillTx/>
                <a:latin typeface="Rockwell"/>
              </a:endParaRPr>
            </a:p>
          </p:txBody>
        </p:sp>
        <p:sp>
          <p:nvSpPr>
            <p:cNvPr id="87" name="Oval 8"/>
            <p:cNvSpPr/>
            <p:nvPr/>
          </p:nvSpPr>
          <p:spPr>
            <a:xfrm>
              <a:off x="8559360" y="6291720"/>
              <a:ext cx="319680" cy="319680"/>
            </a:xfrm>
            <a:prstGeom prst="ellipse">
              <a:avLst/>
            </a:prstGeom>
            <a:noFill/>
            <a:ln w="1260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E" sz="1800" strike="noStrike" u="none">
                <a:solidFill>
                  <a:schemeClr val="dk1"/>
                </a:solidFill>
                <a:effectLst/>
                <a:uFillTx/>
                <a:latin typeface="Rockwell"/>
              </a:endParaRPr>
            </a:p>
          </p:txBody>
        </p:sp>
      </p:grpSp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685800" y="484560"/>
            <a:ext cx="7772040" cy="1608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200" strike="noStrike" u="none" cap="all">
                <a:solidFill>
                  <a:srgbClr val="000000"/>
                </a:solidFill>
                <a:effectLst/>
                <a:uFillTx/>
                <a:latin typeface="Rockwell Condensed"/>
              </a:rPr>
              <a:t>Click to edit Master title style</a:t>
            </a:r>
            <a:endParaRPr b="0" lang="en-US" sz="42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</p:txBody>
      </p:sp>
      <p:sp>
        <p:nvSpPr>
          <p:cNvPr id="89" name="PlaceHolder 2"/>
          <p:cNvSpPr>
            <a:spLocks noGrp="1"/>
          </p:cNvSpPr>
          <p:nvPr>
            <p:ph type="body"/>
          </p:nvPr>
        </p:nvSpPr>
        <p:spPr>
          <a:xfrm>
            <a:off x="685800" y="2194560"/>
            <a:ext cx="3657240" cy="3977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 defTabSz="914400">
              <a:lnSpc>
                <a:spcPct val="90000"/>
              </a:lnSpc>
              <a:spcBef>
                <a:spcPts val="11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Rockwell"/>
              </a:rPr>
              <a:t>Click to edit Master text styles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  <a:p>
            <a:pPr lvl="1" marL="864000" indent="-324000" defTabSz="914400">
              <a:lnSpc>
                <a:spcPct val="90000"/>
              </a:lnSpc>
              <a:spcBef>
                <a:spcPts val="400"/>
              </a:spcBef>
              <a:spcAft>
                <a:spcPts val="201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Rockwell"/>
              </a:rPr>
              <a:t>Second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  <a:p>
            <a:pPr lvl="2" marL="1296000" indent="-288000" defTabSz="914400">
              <a:lnSpc>
                <a:spcPct val="90000"/>
              </a:lnSpc>
              <a:spcBef>
                <a:spcPts val="400"/>
              </a:spcBef>
              <a:spcAft>
                <a:spcPts val="201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Rockwell"/>
              </a:rPr>
              <a:t>Third level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  <a:p>
            <a:pPr lvl="3" marL="1728000" indent="-216000" defTabSz="914400">
              <a:lnSpc>
                <a:spcPct val="90000"/>
              </a:lnSpc>
              <a:spcBef>
                <a:spcPts val="400"/>
              </a:spcBef>
              <a:spcAft>
                <a:spcPts val="201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Rockwell"/>
              </a:rPr>
              <a:t>Fourth level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  <a:p>
            <a:pPr lvl="4" marL="2160000" indent="-216000" defTabSz="914400">
              <a:lnSpc>
                <a:spcPct val="90000"/>
              </a:lnSpc>
              <a:spcBef>
                <a:spcPts val="400"/>
              </a:spcBef>
              <a:spcAft>
                <a:spcPts val="201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Rockwell"/>
              </a:rPr>
              <a:t>Fifth level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</p:txBody>
      </p:sp>
      <p:sp>
        <p:nvSpPr>
          <p:cNvPr id="90" name="PlaceHolder 3"/>
          <p:cNvSpPr>
            <a:spLocks noGrp="1"/>
          </p:cNvSpPr>
          <p:nvPr>
            <p:ph type="body"/>
          </p:nvPr>
        </p:nvSpPr>
        <p:spPr>
          <a:xfrm>
            <a:off x="4792320" y="2194560"/>
            <a:ext cx="3657240" cy="3977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182880" indent="-182880" defTabSz="914400">
              <a:lnSpc>
                <a:spcPct val="90000"/>
              </a:lnSpc>
              <a:spcBef>
                <a:spcPts val="1199"/>
              </a:spcBef>
              <a:buClr>
                <a:srgbClr val="9e3611"/>
              </a:buClr>
              <a:buSzPct val="85000"/>
              <a:buFont typeface="Wingdings" charset="2"/>
              <a:buChar char="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Rockwell"/>
              </a:rPr>
              <a:t>Click to edit Master text styles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  <a:p>
            <a:pPr lvl="1" marL="457200" indent="-182880" defTabSz="914400">
              <a:lnSpc>
                <a:spcPct val="90000"/>
              </a:lnSpc>
              <a:spcBef>
                <a:spcPts val="400"/>
              </a:spcBef>
              <a:spcAft>
                <a:spcPts val="201"/>
              </a:spcAft>
              <a:buClr>
                <a:srgbClr val="9e3611"/>
              </a:buClr>
              <a:buSzPct val="85000"/>
              <a:buFont typeface="Wingdings" charset="2"/>
              <a:buChar char="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Rockwell"/>
              </a:rPr>
              <a:t>Second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  <a:p>
            <a:pPr lvl="2" marL="731520" indent="-182880" defTabSz="914400">
              <a:lnSpc>
                <a:spcPct val="90000"/>
              </a:lnSpc>
              <a:spcBef>
                <a:spcPts val="400"/>
              </a:spcBef>
              <a:spcAft>
                <a:spcPts val="201"/>
              </a:spcAft>
              <a:buClr>
                <a:srgbClr val="9e3611"/>
              </a:buClr>
              <a:buSzPct val="85000"/>
              <a:buFont typeface="Wingdings" charset="2"/>
              <a:buChar char="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Rockwell"/>
              </a:rPr>
              <a:t>Third level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  <a:p>
            <a:pPr lvl="3" marL="1005840" indent="-182880" defTabSz="914400">
              <a:lnSpc>
                <a:spcPct val="90000"/>
              </a:lnSpc>
              <a:spcBef>
                <a:spcPts val="400"/>
              </a:spcBef>
              <a:spcAft>
                <a:spcPts val="201"/>
              </a:spcAft>
              <a:buClr>
                <a:srgbClr val="9e3611"/>
              </a:buClr>
              <a:buSzPct val="85000"/>
              <a:buFont typeface="Wingdings" charset="2"/>
              <a:buChar char="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Rockwell"/>
              </a:rPr>
              <a:t>Fourth level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  <a:p>
            <a:pPr lvl="4" marL="1280160" indent="-182880" defTabSz="914400">
              <a:lnSpc>
                <a:spcPct val="90000"/>
              </a:lnSpc>
              <a:spcBef>
                <a:spcPts val="400"/>
              </a:spcBef>
              <a:spcAft>
                <a:spcPts val="201"/>
              </a:spcAft>
              <a:buClr>
                <a:srgbClr val="9e3611"/>
              </a:buClr>
              <a:buSzPct val="85000"/>
              <a:buFont typeface="Wingdings" charset="2"/>
              <a:buChar char="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Rockwell"/>
              </a:rPr>
              <a:t>Fifth level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</p:txBody>
      </p:sp>
      <p:sp>
        <p:nvSpPr>
          <p:cNvPr id="91" name="PlaceHolder 4"/>
          <p:cNvSpPr>
            <a:spLocks noGrp="1"/>
          </p:cNvSpPr>
          <p:nvPr>
            <p:ph type="dt" idx="16"/>
          </p:nvPr>
        </p:nvSpPr>
        <p:spPr>
          <a:xfrm>
            <a:off x="5992200" y="6272640"/>
            <a:ext cx="2454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000" strike="noStrike" u="none"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Rockwel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b="0" lang="en-US" sz="1000" strike="noStrike" u="none"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Rockwell"/>
              </a:rPr>
              <a:t>&lt;date/time&gt;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2" name="PlaceHolder 5"/>
          <p:cNvSpPr>
            <a:spLocks noGrp="1"/>
          </p:cNvSpPr>
          <p:nvPr>
            <p:ph type="ftr" idx="17"/>
          </p:nvPr>
        </p:nvSpPr>
        <p:spPr>
          <a:xfrm>
            <a:off x="685800" y="6272640"/>
            <a:ext cx="47455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3" name="PlaceHolder 6"/>
          <p:cNvSpPr>
            <a:spLocks noGrp="1"/>
          </p:cNvSpPr>
          <p:nvPr>
            <p:ph type="sldNum" idx="18"/>
          </p:nvPr>
        </p:nvSpPr>
        <p:spPr>
          <a:xfrm>
            <a:off x="8483400" y="6272640"/>
            <a:ext cx="47988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marL="38160" indent="0" algn="ctr" defTabSz="457200">
              <a:lnSpc>
                <a:spcPts val="1239"/>
              </a:lnSpc>
              <a:buNone/>
              <a:defRPr b="1" lang="en-IE" sz="1100" spc="-26" strike="noStrike" u="none">
                <a:solidFill>
                  <a:srgbClr val="ffffff"/>
                </a:solidFill>
                <a:effectLst/>
                <a:uFillTx/>
                <a:latin typeface="Rockwell"/>
              </a:defRPr>
            </a:lvl1pPr>
          </a:lstStyle>
          <a:p>
            <a:pPr marL="38160" indent="0" algn="ctr" defTabSz="457200">
              <a:lnSpc>
                <a:spcPts val="1239"/>
              </a:lnSpc>
              <a:buNone/>
            </a:pPr>
            <a:fld id="{78F5BC2D-3D36-4F44-98EB-A14C469CDB74}" type="slidenum">
              <a:rPr b="1" lang="en-IE" sz="1100" spc="-26" strike="noStrike" u="none">
                <a:solidFill>
                  <a:srgbClr val="ffffff"/>
                </a:solidFill>
                <a:effectLst/>
                <a:uFillTx/>
                <a:latin typeface="Rockwell"/>
              </a:rPr>
              <a:t>&lt;number&gt;</a:t>
            </a:fld>
            <a:endParaRPr b="0" lang="en-US" sz="11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3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5" name="Group 11"/>
          <p:cNvGrpSpPr/>
          <p:nvPr/>
        </p:nvGrpSpPr>
        <p:grpSpPr>
          <a:xfrm>
            <a:off x="8522640" y="6255360"/>
            <a:ext cx="392760" cy="392760"/>
            <a:chOff x="8522640" y="6255360"/>
            <a:chExt cx="392760" cy="392760"/>
          </a:xfrm>
        </p:grpSpPr>
        <p:sp>
          <p:nvSpPr>
            <p:cNvPr id="96" name="Oval 7"/>
            <p:cNvSpPr/>
            <p:nvPr/>
          </p:nvSpPr>
          <p:spPr>
            <a:xfrm>
              <a:off x="8522640" y="6255360"/>
              <a:ext cx="392760" cy="392760"/>
            </a:xfrm>
            <a:prstGeom prst="ellipse">
              <a:avLst/>
            </a:prstGeom>
            <a:blipFill rotWithShape="0">
              <a:blip r:embed="rId2"/>
              <a:srcRect/>
              <a:tile tx="56995" ty="0" sx="84990" sy="84992" algn="tl"/>
            </a:blipFill>
            <a:ln w="2556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E" sz="1800" strike="noStrike" u="none">
                <a:solidFill>
                  <a:schemeClr val="dk1"/>
                </a:solidFill>
                <a:effectLst/>
                <a:uFillTx/>
                <a:latin typeface="Rockwell"/>
              </a:endParaRPr>
            </a:p>
          </p:txBody>
        </p:sp>
        <p:sp>
          <p:nvSpPr>
            <p:cNvPr id="97" name="Oval 8"/>
            <p:cNvSpPr/>
            <p:nvPr/>
          </p:nvSpPr>
          <p:spPr>
            <a:xfrm>
              <a:off x="8559360" y="6291720"/>
              <a:ext cx="319680" cy="319680"/>
            </a:xfrm>
            <a:prstGeom prst="ellipse">
              <a:avLst/>
            </a:prstGeom>
            <a:noFill/>
            <a:ln w="1260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E" sz="1800" strike="noStrike" u="none">
                <a:solidFill>
                  <a:schemeClr val="dk1"/>
                </a:solidFill>
                <a:effectLst/>
                <a:uFillTx/>
                <a:latin typeface="Rockwell"/>
              </a:endParaRPr>
            </a:p>
          </p:txBody>
        </p:sp>
      </p:grpSp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685800" y="484560"/>
            <a:ext cx="7772040" cy="1608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200" strike="noStrike" u="none" cap="all">
                <a:solidFill>
                  <a:srgbClr val="000000"/>
                </a:solidFill>
                <a:effectLst/>
                <a:uFillTx/>
                <a:latin typeface="Rockwell Condensed"/>
              </a:rPr>
              <a:t>Click to edit Master title style</a:t>
            </a:r>
            <a:endParaRPr b="0" lang="en-US" sz="42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 type="body"/>
          </p:nvPr>
        </p:nvSpPr>
        <p:spPr>
          <a:xfrm>
            <a:off x="685800" y="2048400"/>
            <a:ext cx="3657240" cy="639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lnSpcReduction="9999"/>
          </a:bodyPr>
          <a:p>
            <a:pPr marL="432000" indent="-324000" defTabSz="914400">
              <a:lnSpc>
                <a:spcPct val="90000"/>
              </a:lnSpc>
              <a:spcBef>
                <a:spcPts val="11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1" lang="en-US" sz="2000" strike="noStrike" u="non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Rockwell"/>
              </a:rPr>
              <a:t>Click to edit Master text styles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</p:txBody>
      </p:sp>
      <p:sp>
        <p:nvSpPr>
          <p:cNvPr id="100" name="PlaceHolder 3"/>
          <p:cNvSpPr>
            <a:spLocks noGrp="1"/>
          </p:cNvSpPr>
          <p:nvPr>
            <p:ph type="body"/>
          </p:nvPr>
        </p:nvSpPr>
        <p:spPr>
          <a:xfrm>
            <a:off x="685800" y="2743200"/>
            <a:ext cx="3657240" cy="329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182880" indent="-182880" defTabSz="914400">
              <a:lnSpc>
                <a:spcPct val="90000"/>
              </a:lnSpc>
              <a:spcBef>
                <a:spcPts val="1199"/>
              </a:spcBef>
              <a:buClr>
                <a:srgbClr val="9e3611"/>
              </a:buClr>
              <a:buSzPct val="85000"/>
              <a:buFont typeface="Wingdings" charset="2"/>
              <a:buChar char="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Rockwell"/>
              </a:rPr>
              <a:t>Click to edit Master text styles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  <a:p>
            <a:pPr lvl="1" marL="457200" indent="-182880" defTabSz="914400">
              <a:lnSpc>
                <a:spcPct val="90000"/>
              </a:lnSpc>
              <a:spcBef>
                <a:spcPts val="400"/>
              </a:spcBef>
              <a:spcAft>
                <a:spcPts val="201"/>
              </a:spcAft>
              <a:buClr>
                <a:srgbClr val="9e3611"/>
              </a:buClr>
              <a:buSzPct val="85000"/>
              <a:buFont typeface="Wingdings" charset="2"/>
              <a:buChar char="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Rockwell"/>
              </a:rPr>
              <a:t>Second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  <a:p>
            <a:pPr lvl="2" marL="731520" indent="-182880" defTabSz="914400">
              <a:lnSpc>
                <a:spcPct val="90000"/>
              </a:lnSpc>
              <a:spcBef>
                <a:spcPts val="400"/>
              </a:spcBef>
              <a:spcAft>
                <a:spcPts val="201"/>
              </a:spcAft>
              <a:buClr>
                <a:srgbClr val="9e3611"/>
              </a:buClr>
              <a:buSzPct val="85000"/>
              <a:buFont typeface="Wingdings" charset="2"/>
              <a:buChar char="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Rockwell"/>
              </a:rPr>
              <a:t>Third level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  <a:p>
            <a:pPr lvl="3" marL="1005840" indent="-182880" defTabSz="914400">
              <a:lnSpc>
                <a:spcPct val="90000"/>
              </a:lnSpc>
              <a:spcBef>
                <a:spcPts val="400"/>
              </a:spcBef>
              <a:spcAft>
                <a:spcPts val="201"/>
              </a:spcAft>
              <a:buClr>
                <a:srgbClr val="9e3611"/>
              </a:buClr>
              <a:buSzPct val="85000"/>
              <a:buFont typeface="Wingdings" charset="2"/>
              <a:buChar char="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Rockwell"/>
              </a:rPr>
              <a:t>Fourth level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  <a:p>
            <a:pPr lvl="4" marL="1280160" indent="-182880" defTabSz="914400">
              <a:lnSpc>
                <a:spcPct val="90000"/>
              </a:lnSpc>
              <a:spcBef>
                <a:spcPts val="400"/>
              </a:spcBef>
              <a:spcAft>
                <a:spcPts val="201"/>
              </a:spcAft>
              <a:buClr>
                <a:srgbClr val="9e3611"/>
              </a:buClr>
              <a:buSzPct val="85000"/>
              <a:buFont typeface="Wingdings" charset="2"/>
              <a:buChar char="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Rockwell"/>
              </a:rPr>
              <a:t>Fifth level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</p:txBody>
      </p:sp>
      <p:sp>
        <p:nvSpPr>
          <p:cNvPr id="101" name="PlaceHolder 4"/>
          <p:cNvSpPr>
            <a:spLocks noGrp="1"/>
          </p:cNvSpPr>
          <p:nvPr>
            <p:ph type="body"/>
          </p:nvPr>
        </p:nvSpPr>
        <p:spPr>
          <a:xfrm>
            <a:off x="4820760" y="2048400"/>
            <a:ext cx="3657240" cy="639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lnSpcReduction="9999"/>
          </a:bodyPr>
          <a:p>
            <a:pPr indent="0" defTabSz="914400">
              <a:lnSpc>
                <a:spcPct val="90000"/>
              </a:lnSpc>
              <a:spcBef>
                <a:spcPts val="1199"/>
              </a:spcBef>
              <a:buNone/>
              <a:tabLst>
                <a:tab algn="l" pos="0"/>
              </a:tabLst>
            </a:pPr>
            <a:r>
              <a:rPr b="1" lang="en-US" sz="2000" strike="noStrike" u="non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Rockwell"/>
              </a:rPr>
              <a:t>Click to edit Master text styles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</p:txBody>
      </p:sp>
      <p:sp>
        <p:nvSpPr>
          <p:cNvPr id="102" name="PlaceHolder 5"/>
          <p:cNvSpPr>
            <a:spLocks noGrp="1"/>
          </p:cNvSpPr>
          <p:nvPr>
            <p:ph type="body"/>
          </p:nvPr>
        </p:nvSpPr>
        <p:spPr>
          <a:xfrm>
            <a:off x="4820760" y="2743200"/>
            <a:ext cx="3657240" cy="329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182880" indent="-182880" defTabSz="914400">
              <a:lnSpc>
                <a:spcPct val="90000"/>
              </a:lnSpc>
              <a:spcBef>
                <a:spcPts val="1199"/>
              </a:spcBef>
              <a:buClr>
                <a:srgbClr val="9e3611"/>
              </a:buClr>
              <a:buSzPct val="85000"/>
              <a:buFont typeface="Wingdings" charset="2"/>
              <a:buChar char="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Rockwell"/>
              </a:rPr>
              <a:t>Click to edit Master text styles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  <a:p>
            <a:pPr lvl="1" marL="457200" indent="-182880" defTabSz="914400">
              <a:lnSpc>
                <a:spcPct val="90000"/>
              </a:lnSpc>
              <a:spcBef>
                <a:spcPts val="400"/>
              </a:spcBef>
              <a:spcAft>
                <a:spcPts val="201"/>
              </a:spcAft>
              <a:buClr>
                <a:srgbClr val="9e3611"/>
              </a:buClr>
              <a:buSzPct val="85000"/>
              <a:buFont typeface="Wingdings" charset="2"/>
              <a:buChar char="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Rockwell"/>
              </a:rPr>
              <a:t>Second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  <a:p>
            <a:pPr lvl="2" marL="731520" indent="-182880" defTabSz="914400">
              <a:lnSpc>
                <a:spcPct val="90000"/>
              </a:lnSpc>
              <a:spcBef>
                <a:spcPts val="400"/>
              </a:spcBef>
              <a:spcAft>
                <a:spcPts val="201"/>
              </a:spcAft>
              <a:buClr>
                <a:srgbClr val="9e3611"/>
              </a:buClr>
              <a:buSzPct val="85000"/>
              <a:buFont typeface="Wingdings" charset="2"/>
              <a:buChar char="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Rockwell"/>
              </a:rPr>
              <a:t>Third level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  <a:p>
            <a:pPr lvl="3" marL="1005840" indent="-182880" defTabSz="914400">
              <a:lnSpc>
                <a:spcPct val="90000"/>
              </a:lnSpc>
              <a:spcBef>
                <a:spcPts val="400"/>
              </a:spcBef>
              <a:spcAft>
                <a:spcPts val="201"/>
              </a:spcAft>
              <a:buClr>
                <a:srgbClr val="9e3611"/>
              </a:buClr>
              <a:buSzPct val="85000"/>
              <a:buFont typeface="Wingdings" charset="2"/>
              <a:buChar char="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Rockwell"/>
              </a:rPr>
              <a:t>Fourth level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  <a:p>
            <a:pPr lvl="4" marL="1280160" indent="-182880" defTabSz="914400">
              <a:lnSpc>
                <a:spcPct val="90000"/>
              </a:lnSpc>
              <a:spcBef>
                <a:spcPts val="400"/>
              </a:spcBef>
              <a:spcAft>
                <a:spcPts val="201"/>
              </a:spcAft>
              <a:buClr>
                <a:srgbClr val="9e3611"/>
              </a:buClr>
              <a:buSzPct val="85000"/>
              <a:buFont typeface="Wingdings" charset="2"/>
              <a:buChar char="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Rockwell"/>
              </a:rPr>
              <a:t>Fifth level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</p:txBody>
      </p:sp>
      <p:sp>
        <p:nvSpPr>
          <p:cNvPr id="103" name="PlaceHolder 6"/>
          <p:cNvSpPr>
            <a:spLocks noGrp="1"/>
          </p:cNvSpPr>
          <p:nvPr>
            <p:ph type="dt" idx="19"/>
          </p:nvPr>
        </p:nvSpPr>
        <p:spPr>
          <a:xfrm>
            <a:off x="5992200" y="6272640"/>
            <a:ext cx="2454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000" strike="noStrike" u="none"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Rockwel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b="0" lang="en-US" sz="1000" strike="noStrike" u="none"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Rockwell"/>
              </a:rPr>
              <a:t>&lt;date/time&gt;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4" name="PlaceHolder 7"/>
          <p:cNvSpPr>
            <a:spLocks noGrp="1"/>
          </p:cNvSpPr>
          <p:nvPr>
            <p:ph type="ftr" idx="20"/>
          </p:nvPr>
        </p:nvSpPr>
        <p:spPr>
          <a:xfrm>
            <a:off x="685800" y="6272640"/>
            <a:ext cx="47455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5" name="PlaceHolder 8"/>
          <p:cNvSpPr>
            <a:spLocks noGrp="1"/>
          </p:cNvSpPr>
          <p:nvPr>
            <p:ph type="sldNum" idx="21"/>
          </p:nvPr>
        </p:nvSpPr>
        <p:spPr>
          <a:xfrm>
            <a:off x="8483400" y="6272640"/>
            <a:ext cx="47988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marL="38160" indent="0" algn="ctr" defTabSz="457200">
              <a:lnSpc>
                <a:spcPts val="1239"/>
              </a:lnSpc>
              <a:buNone/>
              <a:defRPr b="1" lang="en-IE" sz="1100" spc="-26" strike="noStrike" u="none">
                <a:solidFill>
                  <a:srgbClr val="ffffff"/>
                </a:solidFill>
                <a:effectLst/>
                <a:uFillTx/>
                <a:latin typeface="Rockwell"/>
              </a:defRPr>
            </a:lvl1pPr>
          </a:lstStyle>
          <a:p>
            <a:pPr marL="38160" indent="0" algn="ctr" defTabSz="457200">
              <a:lnSpc>
                <a:spcPts val="1239"/>
              </a:lnSpc>
              <a:buNone/>
            </a:pPr>
            <a:fld id="{A62DC00B-0C40-4FD3-9DE7-689F14990B1F}" type="slidenum">
              <a:rPr b="1" lang="en-IE" sz="1100" spc="-26" strike="noStrike" u="none">
                <a:solidFill>
                  <a:srgbClr val="ffffff"/>
                </a:solidFill>
                <a:effectLst/>
                <a:uFillTx/>
                <a:latin typeface="Rockwell"/>
              </a:rPr>
              <a:t>&lt;number&gt;</a:t>
            </a:fld>
            <a:endParaRPr b="0" lang="en-US" sz="11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3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7" name="Group 11"/>
          <p:cNvGrpSpPr/>
          <p:nvPr/>
        </p:nvGrpSpPr>
        <p:grpSpPr>
          <a:xfrm>
            <a:off x="8522640" y="6255360"/>
            <a:ext cx="392760" cy="392760"/>
            <a:chOff x="8522640" y="6255360"/>
            <a:chExt cx="392760" cy="392760"/>
          </a:xfrm>
        </p:grpSpPr>
        <p:sp>
          <p:nvSpPr>
            <p:cNvPr id="108" name="Oval 7"/>
            <p:cNvSpPr/>
            <p:nvPr/>
          </p:nvSpPr>
          <p:spPr>
            <a:xfrm>
              <a:off x="8522640" y="6255360"/>
              <a:ext cx="392760" cy="392760"/>
            </a:xfrm>
            <a:prstGeom prst="ellipse">
              <a:avLst/>
            </a:prstGeom>
            <a:blipFill rotWithShape="0">
              <a:blip r:embed="rId2"/>
              <a:srcRect/>
              <a:tile tx="56995" ty="0" sx="84990" sy="84992" algn="tl"/>
            </a:blipFill>
            <a:ln w="2556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E" sz="1800" strike="noStrike" u="none">
                <a:solidFill>
                  <a:schemeClr val="dk1"/>
                </a:solidFill>
                <a:effectLst/>
                <a:uFillTx/>
                <a:latin typeface="Rockwell"/>
              </a:endParaRPr>
            </a:p>
          </p:txBody>
        </p:sp>
        <p:sp>
          <p:nvSpPr>
            <p:cNvPr id="109" name="Oval 8"/>
            <p:cNvSpPr/>
            <p:nvPr/>
          </p:nvSpPr>
          <p:spPr>
            <a:xfrm>
              <a:off x="8559360" y="6291720"/>
              <a:ext cx="319680" cy="319680"/>
            </a:xfrm>
            <a:prstGeom prst="ellipse">
              <a:avLst/>
            </a:prstGeom>
            <a:noFill/>
            <a:ln w="1260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E" sz="1800" strike="noStrike" u="none">
                <a:solidFill>
                  <a:schemeClr val="dk1"/>
                </a:solidFill>
                <a:effectLst/>
                <a:uFillTx/>
                <a:latin typeface="Rockwell"/>
              </a:endParaRPr>
            </a:p>
          </p:txBody>
        </p:sp>
      </p:grpSp>
      <p:sp>
        <p:nvSpPr>
          <p:cNvPr id="110" name="PlaceHolder 1"/>
          <p:cNvSpPr>
            <a:spLocks noGrp="1"/>
          </p:cNvSpPr>
          <p:nvPr>
            <p:ph type="title"/>
          </p:nvPr>
        </p:nvSpPr>
        <p:spPr>
          <a:xfrm>
            <a:off x="685800" y="484560"/>
            <a:ext cx="7772040" cy="1608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200" strike="noStrike" u="none" cap="all">
                <a:solidFill>
                  <a:srgbClr val="000000"/>
                </a:solidFill>
                <a:effectLst/>
                <a:uFillTx/>
                <a:latin typeface="Rockwell Condensed"/>
              </a:rPr>
              <a:t>Click to edit Master title style</a:t>
            </a:r>
            <a:endParaRPr b="0" lang="en-US" sz="42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</p:txBody>
      </p:sp>
      <p:sp>
        <p:nvSpPr>
          <p:cNvPr id="111" name="PlaceHolder 2"/>
          <p:cNvSpPr>
            <a:spLocks noGrp="1"/>
          </p:cNvSpPr>
          <p:nvPr>
            <p:ph type="dt" idx="22"/>
          </p:nvPr>
        </p:nvSpPr>
        <p:spPr>
          <a:xfrm>
            <a:off x="5992200" y="6272640"/>
            <a:ext cx="2454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000" strike="noStrike" u="none"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Rockwel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b="0" lang="en-US" sz="1000" strike="noStrike" u="none"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Rockwell"/>
              </a:rPr>
              <a:t>&lt;date/time&gt;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2" name="PlaceHolder 3"/>
          <p:cNvSpPr>
            <a:spLocks noGrp="1"/>
          </p:cNvSpPr>
          <p:nvPr>
            <p:ph type="ftr" idx="23"/>
          </p:nvPr>
        </p:nvSpPr>
        <p:spPr>
          <a:xfrm>
            <a:off x="685800" y="6272640"/>
            <a:ext cx="47455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3" name="PlaceHolder 4"/>
          <p:cNvSpPr>
            <a:spLocks noGrp="1"/>
          </p:cNvSpPr>
          <p:nvPr>
            <p:ph type="sldNum" idx="24"/>
          </p:nvPr>
        </p:nvSpPr>
        <p:spPr>
          <a:xfrm>
            <a:off x="8483400" y="6272640"/>
            <a:ext cx="47988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marL="38160" indent="0" algn="ctr" defTabSz="457200">
              <a:lnSpc>
                <a:spcPts val="1239"/>
              </a:lnSpc>
              <a:buNone/>
              <a:defRPr b="1" lang="en-IE" sz="1100" spc="-26" strike="noStrike" u="none">
                <a:solidFill>
                  <a:srgbClr val="ffffff"/>
                </a:solidFill>
                <a:effectLst/>
                <a:uFillTx/>
                <a:latin typeface="Rockwell"/>
              </a:defRPr>
            </a:lvl1pPr>
          </a:lstStyle>
          <a:p>
            <a:pPr marL="38160" indent="0" algn="ctr" defTabSz="457200">
              <a:lnSpc>
                <a:spcPts val="1239"/>
              </a:lnSpc>
              <a:buNone/>
            </a:pPr>
            <a:fld id="{1C8EE6E0-7282-4CCD-918F-6E67995C7A0C}" type="slidenum">
              <a:rPr b="1" lang="en-IE" sz="1100" spc="-26" strike="noStrike" u="none">
                <a:solidFill>
                  <a:srgbClr val="ffffff"/>
                </a:solidFill>
                <a:effectLst/>
                <a:uFillTx/>
                <a:latin typeface="Rockwell"/>
              </a:rPr>
              <a:t>&lt;number&gt;</a:t>
            </a:fld>
            <a:endParaRPr b="0" lang="en-US" sz="11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4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Rockwell"/>
              </a:rPr>
              <a:t>Click to edit the outline text format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Rockwell"/>
              </a:rPr>
              <a:t>Second Outline Level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Rockwell"/>
              </a:rPr>
              <a:t>Third Outline Level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Rockwell"/>
              </a:rPr>
              <a:t>Fourth Outline Level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Rockwell"/>
              </a:rPr>
              <a:t>Fifth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Rockwell"/>
              </a:rPr>
              <a:t>Sixth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Rockwell"/>
              </a:rPr>
              <a:t>Seventh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9" r:id="rId3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6" name="Group 11"/>
          <p:cNvGrpSpPr/>
          <p:nvPr/>
        </p:nvGrpSpPr>
        <p:grpSpPr>
          <a:xfrm>
            <a:off x="8522640" y="6255360"/>
            <a:ext cx="392760" cy="392760"/>
            <a:chOff x="8522640" y="6255360"/>
            <a:chExt cx="392760" cy="392760"/>
          </a:xfrm>
        </p:grpSpPr>
        <p:sp>
          <p:nvSpPr>
            <p:cNvPr id="117" name="Oval 7"/>
            <p:cNvSpPr/>
            <p:nvPr/>
          </p:nvSpPr>
          <p:spPr>
            <a:xfrm>
              <a:off x="8522640" y="6255360"/>
              <a:ext cx="392760" cy="392760"/>
            </a:xfrm>
            <a:prstGeom prst="ellipse">
              <a:avLst/>
            </a:prstGeom>
            <a:blipFill rotWithShape="0">
              <a:blip r:embed="rId2"/>
              <a:srcRect/>
              <a:tile tx="56995" ty="0" sx="84990" sy="84992" algn="tl"/>
            </a:blipFill>
            <a:ln w="2556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E" sz="1800" strike="noStrike" u="none">
                <a:solidFill>
                  <a:schemeClr val="dk1"/>
                </a:solidFill>
                <a:effectLst/>
                <a:uFillTx/>
                <a:latin typeface="Rockwell"/>
              </a:endParaRPr>
            </a:p>
          </p:txBody>
        </p:sp>
        <p:sp>
          <p:nvSpPr>
            <p:cNvPr id="118" name="Oval 8"/>
            <p:cNvSpPr/>
            <p:nvPr/>
          </p:nvSpPr>
          <p:spPr>
            <a:xfrm>
              <a:off x="8559360" y="6291720"/>
              <a:ext cx="319680" cy="319680"/>
            </a:xfrm>
            <a:prstGeom prst="ellipse">
              <a:avLst/>
            </a:prstGeom>
            <a:noFill/>
            <a:ln w="1260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E" sz="1800" strike="noStrike" u="none">
                <a:solidFill>
                  <a:schemeClr val="dk1"/>
                </a:solidFill>
                <a:effectLst/>
                <a:uFillTx/>
                <a:latin typeface="Rockwell"/>
              </a:endParaRPr>
            </a:p>
          </p:txBody>
        </p:sp>
      </p:grpSp>
      <p:sp>
        <p:nvSpPr>
          <p:cNvPr id="119" name="PlaceHolder 1"/>
          <p:cNvSpPr>
            <a:spLocks noGrp="1"/>
          </p:cNvSpPr>
          <p:nvPr>
            <p:ph type="dt" idx="25"/>
          </p:nvPr>
        </p:nvSpPr>
        <p:spPr>
          <a:xfrm>
            <a:off x="5992200" y="6272640"/>
            <a:ext cx="2454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000" strike="noStrike" u="none"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Rockwel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b="0" lang="en-US" sz="1000" strike="noStrike" u="none"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Rockwell"/>
              </a:rPr>
              <a:t>&lt;date/time&gt;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0" name="PlaceHolder 2"/>
          <p:cNvSpPr>
            <a:spLocks noGrp="1"/>
          </p:cNvSpPr>
          <p:nvPr>
            <p:ph type="ftr" idx="26"/>
          </p:nvPr>
        </p:nvSpPr>
        <p:spPr>
          <a:xfrm>
            <a:off x="685800" y="6272640"/>
            <a:ext cx="47455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1" name="PlaceHolder 3"/>
          <p:cNvSpPr>
            <a:spLocks noGrp="1"/>
          </p:cNvSpPr>
          <p:nvPr>
            <p:ph type="sldNum" idx="27"/>
          </p:nvPr>
        </p:nvSpPr>
        <p:spPr>
          <a:xfrm>
            <a:off x="8483400" y="6272640"/>
            <a:ext cx="47988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marL="38160" indent="0" algn="ctr" defTabSz="457200">
              <a:lnSpc>
                <a:spcPts val="1239"/>
              </a:lnSpc>
              <a:buNone/>
              <a:defRPr b="1" lang="en-IE" sz="1100" spc="-26" strike="noStrike" u="none">
                <a:solidFill>
                  <a:srgbClr val="ffffff"/>
                </a:solidFill>
                <a:effectLst/>
                <a:uFillTx/>
                <a:latin typeface="Rockwell"/>
              </a:defRPr>
            </a:lvl1pPr>
          </a:lstStyle>
          <a:p>
            <a:pPr marL="38160" indent="0" algn="ctr" defTabSz="457200">
              <a:lnSpc>
                <a:spcPts val="1239"/>
              </a:lnSpc>
              <a:buNone/>
            </a:pPr>
            <a:fld id="{0C27A2AD-4586-481F-946A-9E467EC1CD73}" type="slidenum">
              <a:rPr b="1" lang="en-IE" sz="1100" spc="-26" strike="noStrike" u="none">
                <a:solidFill>
                  <a:srgbClr val="ffffff"/>
                </a:solidFill>
                <a:effectLst/>
                <a:uFillTx/>
                <a:latin typeface="Rockwell"/>
              </a:rPr>
              <a:t>&lt;number&gt;</a:t>
            </a:fld>
            <a:endParaRPr b="0" lang="en-US" sz="11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1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2" name="Group 11"/>
          <p:cNvGrpSpPr/>
          <p:nvPr/>
        </p:nvGrpSpPr>
        <p:grpSpPr>
          <a:xfrm>
            <a:off x="8522640" y="6255360"/>
            <a:ext cx="392760" cy="392760"/>
            <a:chOff x="8522640" y="6255360"/>
            <a:chExt cx="392760" cy="392760"/>
          </a:xfrm>
        </p:grpSpPr>
        <p:sp>
          <p:nvSpPr>
            <p:cNvPr id="123" name="Oval 7"/>
            <p:cNvSpPr/>
            <p:nvPr/>
          </p:nvSpPr>
          <p:spPr>
            <a:xfrm>
              <a:off x="8522640" y="6255360"/>
              <a:ext cx="392760" cy="392760"/>
            </a:xfrm>
            <a:prstGeom prst="ellipse">
              <a:avLst/>
            </a:prstGeom>
            <a:blipFill rotWithShape="0">
              <a:blip r:embed="rId2"/>
              <a:srcRect/>
              <a:tile tx="56995" ty="0" sx="84990" sy="84992" algn="tl"/>
            </a:blipFill>
            <a:ln w="2556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E" sz="1800" strike="noStrike" u="none">
                <a:solidFill>
                  <a:schemeClr val="dk1"/>
                </a:solidFill>
                <a:effectLst/>
                <a:uFillTx/>
                <a:latin typeface="Rockwell"/>
              </a:endParaRPr>
            </a:p>
          </p:txBody>
        </p:sp>
        <p:sp>
          <p:nvSpPr>
            <p:cNvPr id="124" name="Oval 8"/>
            <p:cNvSpPr/>
            <p:nvPr/>
          </p:nvSpPr>
          <p:spPr>
            <a:xfrm>
              <a:off x="8559360" y="6291720"/>
              <a:ext cx="319680" cy="319680"/>
            </a:xfrm>
            <a:prstGeom prst="ellipse">
              <a:avLst/>
            </a:prstGeom>
            <a:noFill/>
            <a:ln w="1260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E" sz="1800" strike="noStrike" u="none">
                <a:solidFill>
                  <a:schemeClr val="dk1"/>
                </a:solidFill>
                <a:effectLst/>
                <a:uFillTx/>
                <a:latin typeface="Rockwell"/>
              </a:endParaRPr>
            </a:p>
          </p:txBody>
        </p:sp>
      </p:grpSp>
      <p:sp>
        <p:nvSpPr>
          <p:cNvPr id="125" name="Rectangle 7"/>
          <p:cNvSpPr/>
          <p:nvPr/>
        </p:nvSpPr>
        <p:spPr>
          <a:xfrm>
            <a:off x="6227640" y="0"/>
            <a:ext cx="2916000" cy="6857640"/>
          </a:xfrm>
          <a:prstGeom prst="rect">
            <a:avLst/>
          </a:prstGeom>
          <a:blipFill rotWithShape="0">
            <a:blip r:embed="rId3">
              <a:alphaModFix amt="60000"/>
            </a:blip>
            <a:srcRect/>
            <a:tile tx="0" ty="1057968" sx="91990" sy="88989" algn="ctr"/>
          </a:blip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PlaceHolder 1"/>
          <p:cNvSpPr>
            <a:spLocks noGrp="1"/>
          </p:cNvSpPr>
          <p:nvPr>
            <p:ph type="title"/>
          </p:nvPr>
        </p:nvSpPr>
        <p:spPr>
          <a:xfrm>
            <a:off x="6412320" y="685800"/>
            <a:ext cx="2400120" cy="1737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2800" strike="noStrike" u="none" cap="all">
                <a:solidFill>
                  <a:srgbClr val="000000"/>
                </a:solidFill>
                <a:effectLst/>
                <a:uFillTx/>
                <a:latin typeface="Rockwell Condensed"/>
              </a:rPr>
              <a:t>Click to edit Master title style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</p:txBody>
      </p:sp>
      <p:sp>
        <p:nvSpPr>
          <p:cNvPr id="127" name="PlaceHolder 2"/>
          <p:cNvSpPr>
            <a:spLocks noGrp="1"/>
          </p:cNvSpPr>
          <p:nvPr>
            <p:ph type="body"/>
          </p:nvPr>
        </p:nvSpPr>
        <p:spPr>
          <a:xfrm>
            <a:off x="628560" y="685800"/>
            <a:ext cx="5033520" cy="501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 defTabSz="914400">
              <a:lnSpc>
                <a:spcPct val="90000"/>
              </a:lnSpc>
              <a:spcBef>
                <a:spcPts val="11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Rockwell"/>
              </a:rPr>
              <a:t>Click to edit Master text styles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  <a:p>
            <a:pPr lvl="1" marL="864000" indent="-324000" defTabSz="914400">
              <a:lnSpc>
                <a:spcPct val="90000"/>
              </a:lnSpc>
              <a:spcBef>
                <a:spcPts val="400"/>
              </a:spcBef>
              <a:spcAft>
                <a:spcPts val="201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Rockwell"/>
              </a:rPr>
              <a:t>Second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  <a:p>
            <a:pPr lvl="2" marL="1296000" indent="-288000" defTabSz="914400">
              <a:lnSpc>
                <a:spcPct val="90000"/>
              </a:lnSpc>
              <a:spcBef>
                <a:spcPts val="400"/>
              </a:spcBef>
              <a:spcAft>
                <a:spcPts val="201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Rockwell"/>
              </a:rPr>
              <a:t>Third level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  <a:p>
            <a:pPr lvl="3" marL="1728000" indent="-216000" defTabSz="914400">
              <a:lnSpc>
                <a:spcPct val="90000"/>
              </a:lnSpc>
              <a:spcBef>
                <a:spcPts val="400"/>
              </a:spcBef>
              <a:spcAft>
                <a:spcPts val="201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Rockwell"/>
              </a:rPr>
              <a:t>Fourth level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  <a:p>
            <a:pPr lvl="4" marL="2160000" indent="-216000" defTabSz="914400">
              <a:lnSpc>
                <a:spcPct val="90000"/>
              </a:lnSpc>
              <a:spcBef>
                <a:spcPts val="400"/>
              </a:spcBef>
              <a:spcAft>
                <a:spcPts val="201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Rockwell"/>
              </a:rPr>
              <a:t>Fifth level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</p:txBody>
      </p:sp>
      <p:sp>
        <p:nvSpPr>
          <p:cNvPr id="128" name="PlaceHolder 3"/>
          <p:cNvSpPr>
            <a:spLocks noGrp="1"/>
          </p:cNvSpPr>
          <p:nvPr>
            <p:ph type="body"/>
          </p:nvPr>
        </p:nvSpPr>
        <p:spPr>
          <a:xfrm>
            <a:off x="6412320" y="2423160"/>
            <a:ext cx="2400120" cy="329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350" strike="noStrike" u="none"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Rockwell"/>
              </a:rPr>
              <a:t>Click to edit Master text styles</a:t>
            </a:r>
            <a:endParaRPr b="0" lang="en-US" sz="135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</p:txBody>
      </p:sp>
      <p:grpSp>
        <p:nvGrpSpPr>
          <p:cNvPr id="129" name="Group 11"/>
          <p:cNvGrpSpPr/>
          <p:nvPr/>
        </p:nvGrpSpPr>
        <p:grpSpPr>
          <a:xfrm>
            <a:off x="8522640" y="6255360"/>
            <a:ext cx="392760" cy="392760"/>
            <a:chOff x="8522640" y="6255360"/>
            <a:chExt cx="392760" cy="392760"/>
          </a:xfrm>
        </p:grpSpPr>
        <p:sp>
          <p:nvSpPr>
            <p:cNvPr id="130" name="Oval 12"/>
            <p:cNvSpPr/>
            <p:nvPr/>
          </p:nvSpPr>
          <p:spPr>
            <a:xfrm>
              <a:off x="8522640" y="6255360"/>
              <a:ext cx="392760" cy="392760"/>
            </a:xfrm>
            <a:prstGeom prst="ellipse">
              <a:avLst/>
            </a:prstGeom>
            <a:blipFill rotWithShape="0">
              <a:blip r:embed="rId4"/>
              <a:srcRect/>
              <a:tile tx="56995" ty="0" sx="84990" sy="84992" algn="tl"/>
            </a:blipFill>
            <a:ln w="2556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1" name="Oval 13"/>
            <p:cNvSpPr/>
            <p:nvPr/>
          </p:nvSpPr>
          <p:spPr>
            <a:xfrm>
              <a:off x="8559360" y="6291720"/>
              <a:ext cx="319680" cy="319680"/>
            </a:xfrm>
            <a:prstGeom prst="ellipse">
              <a:avLst/>
            </a:prstGeom>
            <a:noFill/>
            <a:ln w="1260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32" name="PlaceHolder 4"/>
          <p:cNvSpPr>
            <a:spLocks noGrp="1"/>
          </p:cNvSpPr>
          <p:nvPr>
            <p:ph type="dt" idx="28"/>
          </p:nvPr>
        </p:nvSpPr>
        <p:spPr>
          <a:xfrm>
            <a:off x="5992200" y="6272640"/>
            <a:ext cx="2454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000" strike="noStrike" u="none"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Rockwel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b="0" lang="en-US" sz="1000" strike="noStrike" u="none"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Rockwell"/>
              </a:rPr>
              <a:t>&lt;date/time&gt;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3" name="PlaceHolder 5"/>
          <p:cNvSpPr>
            <a:spLocks noGrp="1"/>
          </p:cNvSpPr>
          <p:nvPr>
            <p:ph type="ftr" idx="29"/>
          </p:nvPr>
        </p:nvSpPr>
        <p:spPr>
          <a:xfrm>
            <a:off x="685800" y="6272640"/>
            <a:ext cx="47455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4" name="PlaceHolder 6"/>
          <p:cNvSpPr>
            <a:spLocks noGrp="1"/>
          </p:cNvSpPr>
          <p:nvPr>
            <p:ph type="sldNum" idx="30"/>
          </p:nvPr>
        </p:nvSpPr>
        <p:spPr>
          <a:xfrm>
            <a:off x="8483400" y="6272640"/>
            <a:ext cx="47988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marL="38160" indent="0" algn="ctr" defTabSz="457200">
              <a:lnSpc>
                <a:spcPts val="1239"/>
              </a:lnSpc>
              <a:buNone/>
              <a:defRPr b="1" lang="en-IE" sz="1100" spc="-26" strike="noStrike" u="none">
                <a:solidFill>
                  <a:srgbClr val="ffffff"/>
                </a:solidFill>
                <a:effectLst/>
                <a:uFillTx/>
                <a:latin typeface="Rockwell"/>
              </a:defRPr>
            </a:lvl1pPr>
          </a:lstStyle>
          <a:p>
            <a:pPr marL="38160" indent="0" algn="ctr" defTabSz="457200">
              <a:lnSpc>
                <a:spcPts val="1239"/>
              </a:lnSpc>
              <a:buNone/>
            </a:pPr>
            <a:fld id="{B24CA583-5D2E-4AE7-B953-74A41343735B}" type="slidenum">
              <a:rPr b="1" lang="en-IE" sz="1100" spc="-26" strike="noStrike" u="none">
                <a:solidFill>
                  <a:srgbClr val="ffffff"/>
                </a:solidFill>
                <a:effectLst/>
                <a:uFillTx/>
                <a:latin typeface="Rockwell"/>
              </a:rPr>
              <a:t>&lt;number&gt;</a:t>
            </a:fld>
            <a:endParaRPr b="0" lang="en-US" sz="11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1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5" name="Group 11"/>
          <p:cNvGrpSpPr/>
          <p:nvPr/>
        </p:nvGrpSpPr>
        <p:grpSpPr>
          <a:xfrm>
            <a:off x="8522640" y="6255360"/>
            <a:ext cx="392760" cy="392760"/>
            <a:chOff x="8522640" y="6255360"/>
            <a:chExt cx="392760" cy="392760"/>
          </a:xfrm>
        </p:grpSpPr>
        <p:sp>
          <p:nvSpPr>
            <p:cNvPr id="136" name="Oval 7"/>
            <p:cNvSpPr/>
            <p:nvPr/>
          </p:nvSpPr>
          <p:spPr>
            <a:xfrm>
              <a:off x="8522640" y="6255360"/>
              <a:ext cx="392760" cy="392760"/>
            </a:xfrm>
            <a:prstGeom prst="ellipse">
              <a:avLst/>
            </a:prstGeom>
            <a:blipFill rotWithShape="0">
              <a:blip r:embed="rId2"/>
              <a:srcRect/>
              <a:tile tx="56995" ty="0" sx="84990" sy="84992" algn="tl"/>
            </a:blipFill>
            <a:ln w="2556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E" sz="1800" strike="noStrike" u="none">
                <a:solidFill>
                  <a:schemeClr val="dk1"/>
                </a:solidFill>
                <a:effectLst/>
                <a:uFillTx/>
                <a:latin typeface="Rockwell"/>
              </a:endParaRPr>
            </a:p>
          </p:txBody>
        </p:sp>
        <p:sp>
          <p:nvSpPr>
            <p:cNvPr id="137" name="Oval 8"/>
            <p:cNvSpPr/>
            <p:nvPr/>
          </p:nvSpPr>
          <p:spPr>
            <a:xfrm>
              <a:off x="8559360" y="6291720"/>
              <a:ext cx="319680" cy="319680"/>
            </a:xfrm>
            <a:prstGeom prst="ellipse">
              <a:avLst/>
            </a:prstGeom>
            <a:noFill/>
            <a:ln w="1260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E" sz="1800" strike="noStrike" u="none">
                <a:solidFill>
                  <a:schemeClr val="dk1"/>
                </a:solidFill>
                <a:effectLst/>
                <a:uFillTx/>
                <a:latin typeface="Rockwell"/>
              </a:endParaRPr>
            </a:p>
          </p:txBody>
        </p:sp>
      </p:grpSp>
      <p:sp>
        <p:nvSpPr>
          <p:cNvPr id="138" name="Rectangle 10"/>
          <p:cNvSpPr/>
          <p:nvPr/>
        </p:nvSpPr>
        <p:spPr>
          <a:xfrm>
            <a:off x="6227640" y="0"/>
            <a:ext cx="2916000" cy="6857640"/>
          </a:xfrm>
          <a:prstGeom prst="rect">
            <a:avLst/>
          </a:prstGeom>
          <a:blipFill rotWithShape="0">
            <a:blip r:embed="rId3">
              <a:alphaModFix amt="60000"/>
            </a:blip>
            <a:srcRect/>
            <a:tile tx="0" ty="1057968" sx="91990" sy="88989" algn="ctr"/>
          </a:blip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PlaceHolder 1"/>
          <p:cNvSpPr>
            <a:spLocks noGrp="1"/>
          </p:cNvSpPr>
          <p:nvPr>
            <p:ph type="title"/>
          </p:nvPr>
        </p:nvSpPr>
        <p:spPr>
          <a:xfrm>
            <a:off x="6412320" y="685800"/>
            <a:ext cx="2400120" cy="1737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2800" strike="noStrike" u="none" cap="all">
                <a:solidFill>
                  <a:srgbClr val="000000"/>
                </a:solidFill>
                <a:effectLst/>
                <a:uFillTx/>
                <a:latin typeface="Rockwell Condensed"/>
              </a:rPr>
              <a:t>Click to edit Master title style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</p:txBody>
      </p:sp>
      <p:sp>
        <p:nvSpPr>
          <p:cNvPr id="140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6227280" cy="6857640"/>
          </a:xfrm>
          <a:prstGeom prst="rect">
            <a:avLst/>
          </a:prstGeom>
          <a:solidFill>
            <a:schemeClr val="dk2">
              <a:lumMod val="20000"/>
              <a:lumOff val="80000"/>
            </a:schemeClr>
          </a:solidFill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 defTabSz="4572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Rockwell"/>
              </a:rPr>
              <a:t>Click icon to add picture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</p:txBody>
      </p:sp>
      <p:sp>
        <p:nvSpPr>
          <p:cNvPr id="141" name="PlaceHolder 3"/>
          <p:cNvSpPr>
            <a:spLocks noGrp="1"/>
          </p:cNvSpPr>
          <p:nvPr>
            <p:ph type="body"/>
          </p:nvPr>
        </p:nvSpPr>
        <p:spPr>
          <a:xfrm>
            <a:off x="6412320" y="2423160"/>
            <a:ext cx="2400120" cy="329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350" strike="noStrike" u="none"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Rockwell"/>
              </a:rPr>
              <a:t>Click to edit Master text styles</a:t>
            </a:r>
            <a:endParaRPr b="0" lang="en-US" sz="135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</p:txBody>
      </p:sp>
      <p:grpSp>
        <p:nvGrpSpPr>
          <p:cNvPr id="142" name="Group 11"/>
          <p:cNvGrpSpPr/>
          <p:nvPr/>
        </p:nvGrpSpPr>
        <p:grpSpPr>
          <a:xfrm>
            <a:off x="8522640" y="6255360"/>
            <a:ext cx="392760" cy="392760"/>
            <a:chOff x="8522640" y="6255360"/>
            <a:chExt cx="392760" cy="392760"/>
          </a:xfrm>
        </p:grpSpPr>
        <p:sp>
          <p:nvSpPr>
            <p:cNvPr id="143" name="Oval 12"/>
            <p:cNvSpPr/>
            <p:nvPr/>
          </p:nvSpPr>
          <p:spPr>
            <a:xfrm>
              <a:off x="8522640" y="6255360"/>
              <a:ext cx="392760" cy="392760"/>
            </a:xfrm>
            <a:prstGeom prst="ellipse">
              <a:avLst/>
            </a:prstGeom>
            <a:blipFill rotWithShape="0">
              <a:blip r:embed="rId4"/>
              <a:srcRect/>
              <a:tile tx="56995" ty="0" sx="84990" sy="84992" algn="tl"/>
            </a:blipFill>
            <a:ln w="2556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4" name="Oval 13"/>
            <p:cNvSpPr/>
            <p:nvPr/>
          </p:nvSpPr>
          <p:spPr>
            <a:xfrm>
              <a:off x="8559360" y="6291720"/>
              <a:ext cx="319680" cy="319680"/>
            </a:xfrm>
            <a:prstGeom prst="ellipse">
              <a:avLst/>
            </a:prstGeom>
            <a:noFill/>
            <a:ln w="1260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45" name="PlaceHolder 4"/>
          <p:cNvSpPr>
            <a:spLocks noGrp="1"/>
          </p:cNvSpPr>
          <p:nvPr>
            <p:ph type="dt" idx="31"/>
          </p:nvPr>
        </p:nvSpPr>
        <p:spPr>
          <a:xfrm>
            <a:off x="5992200" y="6272640"/>
            <a:ext cx="2454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000" strike="noStrike" u="none"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Rockwel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b="0" lang="en-US" sz="1000" strike="noStrike" u="none"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Rockwell"/>
              </a:rPr>
              <a:t>&lt;date/time&gt;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6" name="PlaceHolder 5"/>
          <p:cNvSpPr>
            <a:spLocks noGrp="1"/>
          </p:cNvSpPr>
          <p:nvPr>
            <p:ph type="sldNum" idx="32"/>
          </p:nvPr>
        </p:nvSpPr>
        <p:spPr>
          <a:xfrm>
            <a:off x="8483400" y="6272640"/>
            <a:ext cx="47988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marL="38160" indent="0" algn="ctr" defTabSz="457200">
              <a:lnSpc>
                <a:spcPts val="1239"/>
              </a:lnSpc>
              <a:buNone/>
              <a:defRPr b="1" lang="en-IE" sz="1100" spc="-26" strike="noStrike" u="none">
                <a:solidFill>
                  <a:srgbClr val="ffffff"/>
                </a:solidFill>
                <a:effectLst/>
                <a:uFillTx/>
                <a:latin typeface="Rockwell"/>
              </a:defRPr>
            </a:lvl1pPr>
          </a:lstStyle>
          <a:p>
            <a:pPr marL="38160" indent="0" algn="ctr" defTabSz="457200">
              <a:lnSpc>
                <a:spcPts val="1239"/>
              </a:lnSpc>
              <a:buNone/>
            </a:pPr>
            <a:fld id="{A764BA3D-70ED-4790-B9D6-63B70872B349}" type="slidenum">
              <a:rPr b="1" lang="en-IE" sz="1100" spc="-26" strike="noStrike" u="none">
                <a:solidFill>
                  <a:srgbClr val="ffffff"/>
                </a:solidFill>
                <a:effectLst/>
                <a:uFillTx/>
                <a:latin typeface="Rockwell"/>
              </a:rPr>
              <a:t>&lt;number&gt;</a:t>
            </a:fld>
            <a:endParaRPr b="0" lang="en-US" sz="11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7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7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10.png"/><Relationship Id="rId3" Type="http://schemas.openxmlformats.org/officeDocument/2006/relationships/slideLayout" Target="../slideLayouts/slideLayout7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oleObject" Target="../embeddings/oleObject1.bin"/><Relationship Id="rId2" Type="http://schemas.openxmlformats.org/officeDocument/2006/relationships/image" Target="../media/image11.png"/><Relationship Id="rId3" Type="http://schemas.openxmlformats.org/officeDocument/2006/relationships/slideLayout" Target="../slideLayouts/slideLayout7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image" Target="../media/image13.png"/><Relationship Id="rId3" Type="http://schemas.openxmlformats.org/officeDocument/2006/relationships/slideLayout" Target="../slideLayouts/slideLayout7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image" Target="../media/image15.png"/><Relationship Id="rId3" Type="http://schemas.openxmlformats.org/officeDocument/2006/relationships/slideLayout" Target="../slideLayouts/slideLayout7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oleObject" Target="../embeddings/oleObject1.bin"/><Relationship Id="rId2" Type="http://schemas.openxmlformats.org/officeDocument/2006/relationships/image" Target="../media/image16.png"/><Relationship Id="rId3" Type="http://schemas.openxmlformats.org/officeDocument/2006/relationships/oleObject" Target="../embeddings/oleObject2.bin"/><Relationship Id="rId4" Type="http://schemas.openxmlformats.org/officeDocument/2006/relationships/image" Target="../media/image17.png"/><Relationship Id="rId5" Type="http://schemas.openxmlformats.org/officeDocument/2006/relationships/slideLayout" Target="../slideLayouts/slideLayout7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18.png"/><Relationship Id="rId2" Type="http://schemas.openxmlformats.org/officeDocument/2006/relationships/image" Target="../media/image19.png"/><Relationship Id="rId3" Type="http://schemas.openxmlformats.org/officeDocument/2006/relationships/slideLayout" Target="../slideLayouts/slideLayout7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20.png"/><Relationship Id="rId2" Type="http://schemas.openxmlformats.org/officeDocument/2006/relationships/slideLayout" Target="../slideLayouts/slideLayout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21.png"/><Relationship Id="rId2" Type="http://schemas.openxmlformats.org/officeDocument/2006/relationships/slideLayout" Target="../slideLayouts/slideLayout7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22.png"/><Relationship Id="rId2" Type="http://schemas.openxmlformats.org/officeDocument/2006/relationships/image" Target="../media/image23.png"/><Relationship Id="rId3" Type="http://schemas.openxmlformats.org/officeDocument/2006/relationships/slideLayout" Target="../slideLayouts/slideLayout7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24.png"/><Relationship Id="rId2" Type="http://schemas.openxmlformats.org/officeDocument/2006/relationships/slideLayout" Target="../slideLayouts/slideLayout7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image" Target="../media/image25.png"/><Relationship Id="rId2" Type="http://schemas.openxmlformats.org/officeDocument/2006/relationships/slideLayout" Target="../slideLayouts/slideLayout7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image" Target="../media/image26.png"/><Relationship Id="rId2" Type="http://schemas.openxmlformats.org/officeDocument/2006/relationships/slideLayout" Target="../slideLayouts/slideLayout7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image" Target="../media/image27.png"/><Relationship Id="rId2" Type="http://schemas.openxmlformats.org/officeDocument/2006/relationships/image" Target="../media/image28.png"/><Relationship Id="rId3" Type="http://schemas.openxmlformats.org/officeDocument/2006/relationships/slideLayout" Target="../slideLayouts/slideLayout8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image" Target="../media/image29.png"/><Relationship Id="rId2" Type="http://schemas.openxmlformats.org/officeDocument/2006/relationships/image" Target="../media/image30.png"/><Relationship Id="rId3" Type="http://schemas.openxmlformats.org/officeDocument/2006/relationships/image" Target="../media/image31.gif"/><Relationship Id="rId4" Type="http://schemas.openxmlformats.org/officeDocument/2006/relationships/slideLayout" Target="../slideLayouts/slideLayout8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image" Target="../media/image32.png"/><Relationship Id="rId2" Type="http://schemas.openxmlformats.org/officeDocument/2006/relationships/slideLayout" Target="../slideLayouts/slideLayout8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image" Target="../media/image33.png"/><Relationship Id="rId2" Type="http://schemas.openxmlformats.org/officeDocument/2006/relationships/slideLayout" Target="../slideLayouts/slideLayout8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1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2.xml"/>
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3.xml"/>
</Relationships>
</file>

<file path=ppt/slides/_rels/slide34.xml.rels><?xml version="1.0" encoding="UTF-8"?>
<Relationships xmlns="http://schemas.openxmlformats.org/package/2006/relationships"><Relationship Id="rId1" Type="http://schemas.openxmlformats.org/officeDocument/2006/relationships/oleObject" Target="../embeddings/oleObject1.bin"/><Relationship Id="rId2" Type="http://schemas.openxmlformats.org/officeDocument/2006/relationships/image" Target="../media/image34.wmf"/><Relationship Id="rId3" Type="http://schemas.openxmlformats.org/officeDocument/2006/relationships/slideLayout" Target="../slideLayouts/slideLayout8.xml"/><Relationship Id="rId4" Type="http://schemas.openxmlformats.org/officeDocument/2006/relationships/notesSlide" Target="../notesSlides/notesSlide34.xml"/>
</Relationships>
</file>

<file path=ppt/slides/_rels/slide3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5.xml"/>
</Relationships>
</file>

<file path=ppt/slides/_rels/slide3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6.xml"/>
</Relationships>
</file>

<file path=ppt/slides/_rels/slide37.xml.rels><?xml version="1.0" encoding="UTF-8"?>
<Relationships xmlns="http://schemas.openxmlformats.org/package/2006/relationships"><Relationship Id="rId1" Type="http://schemas.openxmlformats.org/officeDocument/2006/relationships/oleObject" Target="../embeddings/oleObject1.bin"/><Relationship Id="rId2" Type="http://schemas.openxmlformats.org/officeDocument/2006/relationships/image" Target="../media/image35.wmf"/><Relationship Id="rId3" Type="http://schemas.openxmlformats.org/officeDocument/2006/relationships/image" Target="../media/image36.png"/><Relationship Id="rId4" Type="http://schemas.openxmlformats.org/officeDocument/2006/relationships/slideLayout" Target="../slideLayouts/slideLayout12.xml"/><Relationship Id="rId5" Type="http://schemas.openxmlformats.org/officeDocument/2006/relationships/notesSlide" Target="../notesSlides/notesSlide37.xml"/>
</Relationships>
</file>

<file path=ppt/slides/_rels/slide38.xml.rels><?xml version="1.0" encoding="UTF-8"?>
<Relationships xmlns="http://schemas.openxmlformats.org/package/2006/relationships"><Relationship Id="rId1" Type="http://schemas.openxmlformats.org/officeDocument/2006/relationships/image" Target="../media/image37.png"/><Relationship Id="rId2" Type="http://schemas.openxmlformats.org/officeDocument/2006/relationships/slideLayout" Target="../slideLayouts/slideLayout8.xml"/>
</Relationships>
</file>

<file path=ppt/slides/_rels/slide3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
</Relationships>
</file>

<file path=ppt/slides/_rels/slide4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
</Relationships>
</file>

<file path=ppt/slides/_rels/slide4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
</Relationships>
</file>

<file path=ppt/slides/_rels/slide42.xml.rels><?xml version="1.0" encoding="UTF-8"?>
<Relationships xmlns="http://schemas.openxmlformats.org/package/2006/relationships"><Relationship Id="rId1" Type="http://schemas.openxmlformats.org/officeDocument/2006/relationships/image" Target="../media/image38.png"/><Relationship Id="rId2" Type="http://schemas.openxmlformats.org/officeDocument/2006/relationships/slideLayout" Target="../slideLayouts/slideLayout8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PlaceHolder 1"/>
          <p:cNvSpPr>
            <a:spLocks noGrp="1"/>
          </p:cNvSpPr>
          <p:nvPr>
            <p:ph/>
          </p:nvPr>
        </p:nvSpPr>
        <p:spPr>
          <a:xfrm>
            <a:off x="539640" y="1917000"/>
            <a:ext cx="3346200" cy="2231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90000"/>
              </a:lnSpc>
              <a:spcBef>
                <a:spcPts val="1199"/>
              </a:spcBef>
              <a:buNone/>
              <a:tabLst>
                <a:tab algn="l" pos="0"/>
              </a:tabLst>
            </a:pPr>
            <a:r>
              <a:rPr b="1" lang="en-GB" sz="3000" strike="noStrike" u="none">
                <a:solidFill>
                  <a:schemeClr val="dk1"/>
                </a:solidFill>
                <a:effectLst/>
                <a:uFillTx/>
                <a:latin typeface="Rockwell"/>
              </a:rPr>
              <a:t>CS210</a:t>
            </a:r>
            <a:endParaRPr b="0" lang="en-US" sz="30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  <a:p>
            <a:pPr indent="0" defTabSz="914400">
              <a:lnSpc>
                <a:spcPct val="90000"/>
              </a:lnSpc>
              <a:spcBef>
                <a:spcPts val="1199"/>
              </a:spcBef>
              <a:buNone/>
              <a:tabLst>
                <a:tab algn="l" pos="0"/>
              </a:tabLst>
            </a:pPr>
            <a:r>
              <a:rPr b="1" lang="en-GB" sz="3000" strike="noStrike" u="none">
                <a:solidFill>
                  <a:schemeClr val="dk1"/>
                </a:solidFill>
                <a:effectLst/>
                <a:uFillTx/>
                <a:latin typeface="Rockwell"/>
              </a:rPr>
              <a:t>Algorithms and Data Structures</a:t>
            </a:r>
            <a:endParaRPr b="0" lang="en-US" sz="30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</p:txBody>
      </p:sp>
      <p:sp>
        <p:nvSpPr>
          <p:cNvPr id="154" name="PlaceHolder 2"/>
          <p:cNvSpPr>
            <a:spLocks noGrp="1"/>
          </p:cNvSpPr>
          <p:nvPr>
            <p:ph/>
          </p:nvPr>
        </p:nvSpPr>
        <p:spPr>
          <a:xfrm>
            <a:off x="539640" y="4221000"/>
            <a:ext cx="3168000" cy="210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92500" lnSpcReduction="9999"/>
          </a:bodyPr>
          <a:p>
            <a:pPr indent="0" defTabSz="914400">
              <a:lnSpc>
                <a:spcPct val="90000"/>
              </a:lnSpc>
              <a:spcBef>
                <a:spcPts val="1199"/>
              </a:spcBef>
              <a:buNone/>
              <a:tabLst>
                <a:tab algn="l" pos="0"/>
              </a:tabLst>
            </a:pPr>
            <a:r>
              <a:rPr b="0" lang="en-GB" sz="2000" strike="noStrike" u="none">
                <a:solidFill>
                  <a:schemeClr val="dk1"/>
                </a:solidFill>
                <a:effectLst/>
                <a:uFillTx/>
                <a:latin typeface="Rockwell"/>
              </a:rPr>
              <a:t>Introduction to MonteCarlo Simulation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  <a:p>
            <a:pPr indent="0" defTabSz="914400">
              <a:lnSpc>
                <a:spcPct val="90000"/>
              </a:lnSpc>
              <a:spcBef>
                <a:spcPts val="1199"/>
              </a:spcBef>
              <a:buNone/>
              <a:tabLst>
                <a:tab algn="l" pos="0"/>
              </a:tabLst>
            </a:pPr>
            <a:r>
              <a:rPr b="0" lang="en-GB" sz="2000" strike="noStrike" u="none">
                <a:solidFill>
                  <a:schemeClr val="dk1"/>
                </a:solidFill>
                <a:effectLst/>
                <a:uFillTx/>
                <a:latin typeface="Rockwell"/>
              </a:rPr>
              <a:t>Week 10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  <a:p>
            <a:pPr indent="0" defTabSz="914400">
              <a:lnSpc>
                <a:spcPct val="90000"/>
              </a:lnSpc>
              <a:spcBef>
                <a:spcPts val="1199"/>
              </a:spcBef>
              <a:buNone/>
              <a:tabLst>
                <a:tab algn="l" pos="0"/>
              </a:tabLst>
            </a:pPr>
            <a:r>
              <a:rPr b="0" lang="en-GB" sz="2000" strike="noStrike" u="none">
                <a:solidFill>
                  <a:schemeClr val="dk1"/>
                </a:solidFill>
                <a:effectLst/>
                <a:uFillTx/>
                <a:latin typeface="Rockwell"/>
              </a:rPr>
              <a:t>Semester 1 2025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  <a:p>
            <a:pPr indent="0" defTabSz="914400">
              <a:lnSpc>
                <a:spcPct val="90000"/>
              </a:lnSpc>
              <a:spcBef>
                <a:spcPts val="1199"/>
              </a:spcBef>
              <a:buNone/>
              <a:tabLst>
                <a:tab algn="l" pos="0"/>
              </a:tabLst>
            </a:pPr>
            <a:endParaRPr b="0" lang="en-US" sz="20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  <a:p>
            <a:pPr indent="0" defTabSz="914400">
              <a:lnSpc>
                <a:spcPct val="90000"/>
              </a:lnSpc>
              <a:spcBef>
                <a:spcPts val="1199"/>
              </a:spcBef>
              <a:buNone/>
              <a:tabLst>
                <a:tab algn="l" pos="0"/>
              </a:tabLst>
            </a:pPr>
            <a:r>
              <a:rPr b="0" lang="en-GB" sz="2000" strike="noStrike" u="none">
                <a:solidFill>
                  <a:schemeClr val="dk1"/>
                </a:solidFill>
                <a:effectLst/>
                <a:uFillTx/>
                <a:latin typeface="Rockwell"/>
              </a:rPr>
              <a:t>Dr. Pierpaolo Dondio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PlaceHolder 1"/>
          <p:cNvSpPr>
            <a:spLocks noGrp="1"/>
          </p:cNvSpPr>
          <p:nvPr>
            <p:ph/>
          </p:nvPr>
        </p:nvSpPr>
        <p:spPr>
          <a:xfrm>
            <a:off x="746280" y="620640"/>
            <a:ext cx="7560360" cy="1007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199"/>
              </a:spcBef>
              <a:buNone/>
              <a:tabLst>
                <a:tab algn="l" pos="0"/>
              </a:tabLst>
            </a:pPr>
            <a:r>
              <a:rPr b="1" lang="en-IE" sz="4000" strike="noStrike" u="none">
                <a:solidFill>
                  <a:schemeClr val="dk1"/>
                </a:solidFill>
                <a:effectLst/>
                <a:uFillTx/>
                <a:latin typeface="Rockwell"/>
              </a:rPr>
              <a:t>Week 10</a:t>
            </a:r>
            <a:endParaRPr b="0" lang="en-US" sz="40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</p:txBody>
      </p:sp>
      <p:sp>
        <p:nvSpPr>
          <p:cNvPr id="156" name="PlaceHolder 2"/>
          <p:cNvSpPr>
            <a:spLocks noGrp="1"/>
          </p:cNvSpPr>
          <p:nvPr>
            <p:ph/>
          </p:nvPr>
        </p:nvSpPr>
        <p:spPr>
          <a:xfrm>
            <a:off x="533520" y="1844640"/>
            <a:ext cx="7998840" cy="2269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lnSpcReduction="9999"/>
          </a:bodyPr>
          <a:p>
            <a:pPr marL="343080" indent="-343080" defTabSz="914400">
              <a:lnSpc>
                <a:spcPct val="90000"/>
              </a:lnSpc>
              <a:spcBef>
                <a:spcPts val="1199"/>
              </a:spcBef>
              <a:buClr>
                <a:srgbClr val="9e3611"/>
              </a:buClr>
              <a:buSzPct val="85000"/>
              <a:buFont typeface="Wingdings" charset="2"/>
              <a:buChar char=""/>
            </a:pPr>
            <a:r>
              <a:rPr b="0" i="1" lang="en-IE" sz="2800" strike="noStrike" u="none">
                <a:solidFill>
                  <a:schemeClr val="dk1"/>
                </a:solidFill>
                <a:effectLst/>
                <a:uFillTx/>
                <a:latin typeface="Rockwell"/>
              </a:rPr>
              <a:t>Motivation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  <a:p>
            <a:pPr marL="343080" indent="-343080" defTabSz="914400">
              <a:lnSpc>
                <a:spcPct val="90000"/>
              </a:lnSpc>
              <a:spcBef>
                <a:spcPts val="1199"/>
              </a:spcBef>
              <a:buClr>
                <a:srgbClr val="9e3611"/>
              </a:buClr>
              <a:buSzPct val="85000"/>
              <a:buFont typeface="Wingdings" charset="2"/>
              <a:buChar char=""/>
            </a:pPr>
            <a:r>
              <a:rPr b="0" i="1" lang="en-IE" sz="2800" strike="noStrike" u="none">
                <a:solidFill>
                  <a:schemeClr val="dk1"/>
                </a:solidFill>
                <a:effectLst/>
                <a:uFillTx/>
                <a:latin typeface="Rockwell"/>
              </a:rPr>
              <a:t>Definition and key properties of MM simulation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  <a:p>
            <a:pPr marL="343080" indent="-343080" defTabSz="914400">
              <a:lnSpc>
                <a:spcPct val="90000"/>
              </a:lnSpc>
              <a:spcBef>
                <a:spcPts val="1199"/>
              </a:spcBef>
              <a:buClr>
                <a:srgbClr val="9e3611"/>
              </a:buClr>
              <a:buSzPct val="85000"/>
              <a:buFont typeface="Wingdings" charset="2"/>
              <a:buChar char=""/>
            </a:pPr>
            <a:r>
              <a:rPr b="0" i="1" lang="en-IE" sz="2800" strike="noStrike" u="none">
                <a:solidFill>
                  <a:schemeClr val="dk1"/>
                </a:solidFill>
                <a:effectLst/>
                <a:uFillTx/>
                <a:latin typeface="Rockwell"/>
              </a:rPr>
              <a:t>Example of Applications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  <a:p>
            <a:pPr marL="343080" indent="-343080" defTabSz="914400">
              <a:lnSpc>
                <a:spcPct val="90000"/>
              </a:lnSpc>
              <a:spcBef>
                <a:spcPts val="1199"/>
              </a:spcBef>
              <a:buClr>
                <a:srgbClr val="9e3611"/>
              </a:buClr>
              <a:buSzPct val="85000"/>
              <a:buFont typeface="Wingdings" charset="2"/>
              <a:buChar char=""/>
            </a:pPr>
            <a:r>
              <a:rPr b="0" i="1" lang="en-IE" sz="2800" strike="noStrike" u="none">
                <a:solidFill>
                  <a:schemeClr val="dk1"/>
                </a:solidFill>
                <a:effectLst/>
                <a:uFillTx/>
                <a:latin typeface="Rockwell"/>
              </a:rPr>
              <a:t>Java Implementation(s)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</p:txBody>
      </p:sp>
      <p:pic>
        <p:nvPicPr>
          <p:cNvPr id="157" name="Picture 3" descr=""/>
          <p:cNvPicPr/>
          <p:nvPr/>
        </p:nvPicPr>
        <p:blipFill>
          <a:blip r:embed="rId1"/>
          <a:stretch/>
        </p:blipFill>
        <p:spPr>
          <a:xfrm>
            <a:off x="4133160" y="4267080"/>
            <a:ext cx="4413960" cy="14364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PlaceHolder 1"/>
          <p:cNvSpPr>
            <a:spLocks noGrp="1"/>
          </p:cNvSpPr>
          <p:nvPr>
            <p:ph/>
          </p:nvPr>
        </p:nvSpPr>
        <p:spPr>
          <a:xfrm>
            <a:off x="746280" y="620640"/>
            <a:ext cx="7560360" cy="1007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199"/>
              </a:spcBef>
              <a:buNone/>
              <a:tabLst>
                <a:tab algn="l" pos="0"/>
              </a:tabLst>
            </a:pPr>
            <a:r>
              <a:rPr b="1" lang="en-US" sz="4000" strike="noStrike" u="none">
                <a:solidFill>
                  <a:schemeClr val="dk1"/>
                </a:solidFill>
                <a:effectLst/>
                <a:uFillTx/>
                <a:latin typeface="Rockwell"/>
              </a:rPr>
              <a:t>Why MM simulations?</a:t>
            </a:r>
            <a:endParaRPr b="0" lang="en-US" sz="40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</p:txBody>
      </p:sp>
      <p:sp>
        <p:nvSpPr>
          <p:cNvPr id="159" name="PlaceHolder 2"/>
          <p:cNvSpPr>
            <a:spLocks noGrp="1"/>
          </p:cNvSpPr>
          <p:nvPr>
            <p:ph/>
          </p:nvPr>
        </p:nvSpPr>
        <p:spPr>
          <a:xfrm>
            <a:off x="755640" y="1844640"/>
            <a:ext cx="7561080" cy="3816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92500" lnSpcReduction="9999"/>
          </a:bodyPr>
          <a:p>
            <a:pPr marL="343080" indent="-343080" defTabSz="914400">
              <a:lnSpc>
                <a:spcPct val="90000"/>
              </a:lnSpc>
              <a:spcBef>
                <a:spcPts val="1199"/>
              </a:spcBef>
              <a:buClr>
                <a:srgbClr val="9e3611"/>
              </a:buClr>
              <a:buSzPct val="85000"/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Rockwell"/>
              </a:rPr>
              <a:t>Remember heuristics?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  <a:p>
            <a:pPr marL="343080" indent="-343080" defTabSz="914400">
              <a:lnSpc>
                <a:spcPct val="90000"/>
              </a:lnSpc>
              <a:spcBef>
                <a:spcPts val="1199"/>
              </a:spcBef>
              <a:buClr>
                <a:srgbClr val="9e3611"/>
              </a:buClr>
              <a:buSzPct val="85000"/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Rockwell"/>
              </a:rPr>
              <a:t>We are not interested in finding the exact solution, we are interested in approximating it and understand how far we are from the actual solution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  <a:p>
            <a:pPr marL="343080" indent="-343080" defTabSz="914400">
              <a:lnSpc>
                <a:spcPct val="90000"/>
              </a:lnSpc>
              <a:spcBef>
                <a:spcPts val="1199"/>
              </a:spcBef>
              <a:buClr>
                <a:srgbClr val="9e3611"/>
              </a:buClr>
              <a:buSzPct val="85000"/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Rockwell"/>
              </a:rPr>
              <a:t>Some problems might not have an explicit solution (or we have not solved them yet)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  <a:p>
            <a:pPr marL="343080" indent="-343080" defTabSz="914400">
              <a:lnSpc>
                <a:spcPct val="90000"/>
              </a:lnSpc>
              <a:spcBef>
                <a:spcPts val="1199"/>
              </a:spcBef>
              <a:buClr>
                <a:srgbClr val="9e3611"/>
              </a:buClr>
              <a:buSzPct val="85000"/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Rockwell"/>
              </a:rPr>
              <a:t>Some problems have a solution, but it is too hard to compute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  <a:p>
            <a:pPr marL="343080" indent="-343080" defTabSz="914400">
              <a:lnSpc>
                <a:spcPct val="90000"/>
              </a:lnSpc>
              <a:spcBef>
                <a:spcPts val="1199"/>
              </a:spcBef>
              <a:buClr>
                <a:srgbClr val="9e3611"/>
              </a:buClr>
              <a:buSzPct val="85000"/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Rockwell"/>
              </a:rPr>
              <a:t>Montecarlo simulations are useful in these cases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PlaceHolder 1"/>
          <p:cNvSpPr>
            <a:spLocks noGrp="1"/>
          </p:cNvSpPr>
          <p:nvPr>
            <p:ph/>
          </p:nvPr>
        </p:nvSpPr>
        <p:spPr>
          <a:xfrm>
            <a:off x="746280" y="620640"/>
            <a:ext cx="7560360" cy="1007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92500" lnSpcReduction="9999"/>
          </a:bodyPr>
          <a:p>
            <a:pPr indent="0" defTabSz="914400">
              <a:lnSpc>
                <a:spcPct val="90000"/>
              </a:lnSpc>
              <a:spcBef>
                <a:spcPts val="1199"/>
              </a:spcBef>
              <a:buNone/>
              <a:tabLst>
                <a:tab algn="l" pos="0"/>
              </a:tabLst>
            </a:pPr>
            <a:r>
              <a:rPr b="1" lang="en-US" sz="4000" strike="noStrike" u="none">
                <a:solidFill>
                  <a:schemeClr val="dk1"/>
                </a:solidFill>
                <a:effectLst/>
                <a:uFillTx/>
                <a:latin typeface="Rockwell"/>
              </a:rPr>
              <a:t>Definition of MM simulation</a:t>
            </a:r>
            <a:endParaRPr b="0" lang="en-US" sz="40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</p:txBody>
      </p:sp>
      <p:sp>
        <p:nvSpPr>
          <p:cNvPr id="161" name="PlaceHolder 2"/>
          <p:cNvSpPr>
            <a:spLocks noGrp="1"/>
          </p:cNvSpPr>
          <p:nvPr>
            <p:ph/>
          </p:nvPr>
        </p:nvSpPr>
        <p:spPr>
          <a:xfrm>
            <a:off x="755640" y="1371600"/>
            <a:ext cx="7854480" cy="4289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70000" lnSpcReduction="19999"/>
          </a:bodyPr>
          <a:p>
            <a:pPr marL="343080" indent="-343080" defTabSz="914400">
              <a:lnSpc>
                <a:spcPct val="120000"/>
              </a:lnSpc>
              <a:spcBef>
                <a:spcPts val="1199"/>
              </a:spcBef>
              <a:buClr>
                <a:srgbClr val="9e3611"/>
              </a:buClr>
              <a:buSzPct val="85000"/>
              <a:buFont typeface="Arial"/>
              <a:buChar char="•"/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Rockwell"/>
              </a:rPr>
              <a:t>Monte Carlo Simulation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Rockwell"/>
              </a:rPr>
              <a:t> is a </a:t>
            </a: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Rockwell"/>
              </a:rPr>
              <a:t>computational technique that uses random sampling to estimate numerical results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Rockwell"/>
              </a:rPr>
              <a:t>.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  <a:p>
            <a:pPr indent="0" defTabSz="914400">
              <a:lnSpc>
                <a:spcPct val="120000"/>
              </a:lnSpc>
              <a:spcBef>
                <a:spcPts val="1199"/>
              </a:spcBef>
              <a:buNone/>
              <a:tabLst>
                <a:tab algn="l" pos="0"/>
              </a:tabLst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Rockwell"/>
              </a:rPr>
              <a:t>Key points: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  <a:p>
            <a:pPr marL="343080" indent="-343080" defTabSz="914400">
              <a:lnSpc>
                <a:spcPct val="120000"/>
              </a:lnSpc>
              <a:spcBef>
                <a:spcPts val="1199"/>
              </a:spcBef>
              <a:buClr>
                <a:srgbClr val="9e3611"/>
              </a:buClr>
              <a:buSzPct val="85000"/>
              <a:buFont typeface="Arial"/>
              <a:buChar char="•"/>
              <a:tabLst>
                <a:tab algn="l" pos="0"/>
              </a:tabLst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Rockwell"/>
              </a:rPr>
              <a:t>It is used when analytical solutions are difficult or impossible.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  <a:p>
            <a:pPr marL="343080" indent="-343080" defTabSz="914400">
              <a:lnSpc>
                <a:spcPct val="120000"/>
              </a:lnSpc>
              <a:spcBef>
                <a:spcPts val="1199"/>
              </a:spcBef>
              <a:buClr>
                <a:srgbClr val="9e3611"/>
              </a:buClr>
              <a:buSzPct val="85000"/>
              <a:buFont typeface="Arial"/>
              <a:buChar char="•"/>
              <a:tabLst>
                <a:tab algn="l" pos="0"/>
              </a:tabLst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Rockwell"/>
              </a:rPr>
              <a:t>It relies on repeated random experiments to approximate probabilities, averages, or other statistical quantities.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  <a:p>
            <a:pPr marL="343080" indent="-343080" defTabSz="914400">
              <a:lnSpc>
                <a:spcPct val="120000"/>
              </a:lnSpc>
              <a:spcBef>
                <a:spcPts val="1199"/>
              </a:spcBef>
              <a:buClr>
                <a:srgbClr val="9e3611"/>
              </a:buClr>
              <a:buSzPct val="85000"/>
              <a:buFont typeface="Arial"/>
              <a:buChar char="•"/>
              <a:tabLst>
                <a:tab algn="l" pos="0"/>
              </a:tabLst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Rockwell"/>
              </a:rPr>
              <a:t>The accuracy of the estimate improves with the number of simulations.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  <a:p>
            <a:pPr marL="343080" indent="-343080" defTabSz="914400">
              <a:lnSpc>
                <a:spcPct val="120000"/>
              </a:lnSpc>
              <a:spcBef>
                <a:spcPts val="1199"/>
              </a:spcBef>
              <a:buClr>
                <a:srgbClr val="9e3611"/>
              </a:buClr>
              <a:buSzPct val="85000"/>
              <a:buFont typeface="Arial"/>
              <a:buChar char="•"/>
              <a:tabLst>
                <a:tab algn="l" pos="0"/>
              </a:tabLst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Rockwell"/>
              </a:rPr>
              <a:t>Common applications include: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  <a:p>
            <a:pPr lvl="1" marL="457200" indent="-182880" defTabSz="914400">
              <a:lnSpc>
                <a:spcPct val="120000"/>
              </a:lnSpc>
              <a:spcBef>
                <a:spcPts val="400"/>
              </a:spcBef>
              <a:spcAft>
                <a:spcPts val="201"/>
              </a:spcAft>
              <a:buClr>
                <a:srgbClr val="9e3611"/>
              </a:buClr>
              <a:buSzPct val="85000"/>
              <a:buFont typeface="Wingdings" charset="2"/>
              <a:buChar char=""/>
              <a:tabLst>
                <a:tab algn="l" pos="0"/>
              </a:tabLst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Rockwell"/>
              </a:rPr>
              <a:t>Estimating areas or integrals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  <a:p>
            <a:pPr lvl="1" marL="457200" indent="-182880" defTabSz="914400">
              <a:lnSpc>
                <a:spcPct val="120000"/>
              </a:lnSpc>
              <a:spcBef>
                <a:spcPts val="400"/>
              </a:spcBef>
              <a:spcAft>
                <a:spcPts val="201"/>
              </a:spcAft>
              <a:buClr>
                <a:srgbClr val="9e3611"/>
              </a:buClr>
              <a:buSzPct val="85000"/>
              <a:buFont typeface="Wingdings" charset="2"/>
              <a:buChar char=""/>
              <a:tabLst>
                <a:tab algn="l" pos="0"/>
              </a:tabLst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Rockwell"/>
              </a:rPr>
              <a:t>Probabilities in games of chance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  <a:p>
            <a:pPr lvl="1" marL="457200" indent="-182880" defTabSz="914400">
              <a:lnSpc>
                <a:spcPct val="120000"/>
              </a:lnSpc>
              <a:spcBef>
                <a:spcPts val="400"/>
              </a:spcBef>
              <a:spcAft>
                <a:spcPts val="201"/>
              </a:spcAft>
              <a:buClr>
                <a:srgbClr val="9e3611"/>
              </a:buClr>
              <a:buSzPct val="85000"/>
              <a:buFont typeface="Wingdings" charset="2"/>
              <a:buChar char=""/>
              <a:tabLst>
                <a:tab algn="l" pos="0"/>
              </a:tabLst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Rockwell"/>
              </a:rPr>
              <a:t>Risk assessment in finance and engineering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  <a:p>
            <a:pPr lvl="1" marL="457200" indent="-182880" defTabSz="914400">
              <a:lnSpc>
                <a:spcPct val="120000"/>
              </a:lnSpc>
              <a:spcBef>
                <a:spcPts val="400"/>
              </a:spcBef>
              <a:spcAft>
                <a:spcPts val="201"/>
              </a:spcAft>
              <a:buClr>
                <a:srgbClr val="9e3611"/>
              </a:buClr>
              <a:buSzPct val="85000"/>
              <a:buFont typeface="Wingdings" charset="2"/>
              <a:buChar char=""/>
              <a:tabLst>
                <a:tab algn="l" pos="0"/>
              </a:tabLst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Rockwell"/>
              </a:rPr>
              <a:t>Simulating complex systems with randomness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  <a:p>
            <a:pPr indent="0" defTabSz="914400">
              <a:lnSpc>
                <a:spcPct val="120000"/>
              </a:lnSpc>
              <a:spcBef>
                <a:spcPts val="1199"/>
              </a:spcBef>
              <a:buNone/>
              <a:tabLst>
                <a:tab algn="l" pos="0"/>
              </a:tabLst>
            </a:pPr>
            <a:endParaRPr b="0" lang="en-US" sz="24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PlaceHolder 1"/>
          <p:cNvSpPr>
            <a:spLocks noGrp="1"/>
          </p:cNvSpPr>
          <p:nvPr>
            <p:ph/>
          </p:nvPr>
        </p:nvSpPr>
        <p:spPr>
          <a:xfrm>
            <a:off x="746280" y="620640"/>
            <a:ext cx="7560360" cy="1007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199"/>
              </a:spcBef>
              <a:buNone/>
              <a:tabLst>
                <a:tab algn="l" pos="0"/>
              </a:tabLst>
            </a:pPr>
            <a:r>
              <a:rPr b="1" lang="en-IE" sz="4000" strike="noStrike" u="none">
                <a:solidFill>
                  <a:schemeClr val="dk1"/>
                </a:solidFill>
                <a:effectLst/>
                <a:uFillTx/>
                <a:latin typeface="Rockwell"/>
              </a:rPr>
              <a:t>Basics</a:t>
            </a:r>
            <a:endParaRPr b="0" lang="en-US" sz="40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</p:txBody>
      </p:sp>
      <p:sp>
        <p:nvSpPr>
          <p:cNvPr id="163" name="PlaceHolder 2"/>
          <p:cNvSpPr>
            <a:spLocks noGrp="1"/>
          </p:cNvSpPr>
          <p:nvPr>
            <p:ph/>
          </p:nvPr>
        </p:nvSpPr>
        <p:spPr>
          <a:xfrm>
            <a:off x="533520" y="1371600"/>
            <a:ext cx="8076960" cy="441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85000" lnSpcReduction="19999"/>
          </a:bodyPr>
          <a:p>
            <a:pPr indent="0" defTabSz="914400">
              <a:lnSpc>
                <a:spcPct val="120000"/>
              </a:lnSpc>
              <a:spcBef>
                <a:spcPts val="1199"/>
              </a:spcBef>
              <a:spcAft>
                <a:spcPts val="1429"/>
              </a:spcAft>
              <a:buNone/>
              <a:tabLst>
                <a:tab algn="l" pos="0"/>
              </a:tabLst>
            </a:pPr>
            <a:r>
              <a:rPr b="1" lang="en-US" sz="2600" strike="noStrike" u="none">
                <a:solidFill>
                  <a:schemeClr val="accent2"/>
                </a:solidFill>
                <a:effectLst/>
                <a:uFillTx/>
                <a:latin typeface="Arial"/>
              </a:rPr>
              <a:t>System:</a:t>
            </a:r>
            <a:r>
              <a:rPr b="0" lang="en-US" sz="26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 The physical process of interest</a:t>
            </a:r>
            <a:endParaRPr b="0" lang="en-US" sz="26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  <a:p>
            <a:pPr indent="0" defTabSz="914400">
              <a:lnSpc>
                <a:spcPct val="120000"/>
              </a:lnSpc>
              <a:spcBef>
                <a:spcPts val="1199"/>
              </a:spcBef>
              <a:buNone/>
              <a:tabLst>
                <a:tab algn="l" pos="0"/>
              </a:tabLst>
            </a:pPr>
            <a:r>
              <a:rPr b="1" lang="en-US" sz="2600" strike="noStrike" u="none">
                <a:solidFill>
                  <a:schemeClr val="accent2"/>
                </a:solidFill>
                <a:effectLst/>
                <a:uFillTx/>
                <a:latin typeface="Arial"/>
              </a:rPr>
              <a:t>Model:</a:t>
            </a:r>
            <a:r>
              <a:rPr b="0" lang="en-US" sz="26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 Mathematical representation of the system</a:t>
            </a:r>
            <a:endParaRPr b="0" lang="en-US" sz="26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  <a:p>
            <a:pPr lvl="1" marL="457200" indent="-182880" defTabSz="914400">
              <a:lnSpc>
                <a:spcPct val="120000"/>
              </a:lnSpc>
              <a:spcBef>
                <a:spcPts val="400"/>
              </a:spcBef>
              <a:spcAft>
                <a:spcPts val="201"/>
              </a:spcAft>
              <a:buClr>
                <a:srgbClr val="000000"/>
              </a:buClr>
              <a:buSzPct val="85000"/>
              <a:buFont typeface="Wingdings" charset="2"/>
              <a:buChar char=""/>
              <a:tabLst>
                <a:tab algn="l" pos="0"/>
              </a:tabLst>
            </a:pPr>
            <a:r>
              <a:rPr b="0" lang="en-US" sz="23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Models are a fundamental tool of science, engineering, business, etc.</a:t>
            </a:r>
            <a:endParaRPr b="0" lang="en-US" sz="23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  <a:p>
            <a:pPr lvl="1" marL="457200" indent="-182880" defTabSz="914400">
              <a:lnSpc>
                <a:spcPct val="120000"/>
              </a:lnSpc>
              <a:spcBef>
                <a:spcPts val="400"/>
              </a:spcBef>
              <a:spcAft>
                <a:spcPts val="201"/>
              </a:spcAft>
              <a:buClr>
                <a:srgbClr val="000000"/>
              </a:buClr>
              <a:buSzPct val="85000"/>
              <a:buFont typeface="Wingdings" charset="2"/>
              <a:buChar char=""/>
              <a:tabLst>
                <a:tab algn="l" pos="0"/>
              </a:tabLst>
            </a:pPr>
            <a:r>
              <a:rPr b="0" lang="en-US" sz="23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Abstraction of reality</a:t>
            </a:r>
            <a:endParaRPr b="0" lang="en-US" sz="23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  <a:p>
            <a:pPr lvl="1" marL="457200" indent="-182880" defTabSz="914400">
              <a:lnSpc>
                <a:spcPct val="120000"/>
              </a:lnSpc>
              <a:spcBef>
                <a:spcPts val="400"/>
              </a:spcBef>
              <a:spcAft>
                <a:spcPts val="1264"/>
              </a:spcAft>
              <a:buClr>
                <a:srgbClr val="000000"/>
              </a:buClr>
              <a:buSzPct val="85000"/>
              <a:buFont typeface="Wingdings" charset="2"/>
              <a:buChar char=""/>
              <a:tabLst>
                <a:tab algn="l" pos="0"/>
              </a:tabLst>
            </a:pPr>
            <a:r>
              <a:rPr b="0" lang="en-US" sz="23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Models always have limits of credibility</a:t>
            </a:r>
            <a:endParaRPr b="0" lang="en-US" sz="23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  <a:p>
            <a:pPr indent="0" defTabSz="914400">
              <a:lnSpc>
                <a:spcPct val="120000"/>
              </a:lnSpc>
              <a:spcBef>
                <a:spcPts val="1199"/>
              </a:spcBef>
              <a:spcAft>
                <a:spcPts val="1429"/>
              </a:spcAft>
              <a:buNone/>
              <a:tabLst>
                <a:tab algn="l" pos="0"/>
              </a:tabLst>
            </a:pPr>
            <a:r>
              <a:rPr b="1" lang="en-US" sz="2600" strike="noStrike" u="none">
                <a:solidFill>
                  <a:schemeClr val="accent2"/>
                </a:solidFill>
                <a:effectLst/>
                <a:uFillTx/>
                <a:latin typeface="Arial"/>
              </a:rPr>
              <a:t>Simulation:</a:t>
            </a:r>
            <a:r>
              <a:rPr b="0" lang="en-US" sz="26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 A type of model where the computer is used to imitate the behavior of the system</a:t>
            </a:r>
            <a:endParaRPr b="0" lang="en-US" sz="26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  <a:p>
            <a:pPr indent="0" defTabSz="914400">
              <a:lnSpc>
                <a:spcPct val="120000"/>
              </a:lnSpc>
              <a:spcBef>
                <a:spcPts val="1199"/>
              </a:spcBef>
              <a:buNone/>
              <a:tabLst>
                <a:tab algn="l" pos="0"/>
              </a:tabLst>
            </a:pPr>
            <a:r>
              <a:rPr b="1" lang="en-US" sz="2600" strike="noStrike" u="none">
                <a:solidFill>
                  <a:schemeClr val="accent2"/>
                </a:solidFill>
                <a:effectLst/>
                <a:uFillTx/>
                <a:latin typeface="Arial"/>
              </a:rPr>
              <a:t>Monte Carlo simulation:</a:t>
            </a:r>
            <a:r>
              <a:rPr b="0" lang="en-US" sz="26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 Simulation that makes use of internally generated (pseudo) random numbers</a:t>
            </a:r>
            <a:endParaRPr b="0" lang="en-US" sz="26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  <a:p>
            <a:pPr indent="0" defTabSz="914400">
              <a:lnSpc>
                <a:spcPct val="120000"/>
              </a:lnSpc>
              <a:spcBef>
                <a:spcPts val="1199"/>
              </a:spcBef>
              <a:buNone/>
              <a:tabLst>
                <a:tab algn="l" pos="0"/>
              </a:tabLst>
            </a:pPr>
            <a:endParaRPr b="0" lang="en-US" sz="28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PlaceHolder 1"/>
          <p:cNvSpPr>
            <a:spLocks noGrp="1"/>
          </p:cNvSpPr>
          <p:nvPr>
            <p:ph type="sldNum" idx="36"/>
          </p:nvPr>
        </p:nvSpPr>
        <p:spPr>
          <a:xfrm>
            <a:off x="8483400" y="6272640"/>
            <a:ext cx="47988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b="1" lang="en-US" sz="1400" spc="-71" strike="noStrike" u="none">
                <a:solidFill>
                  <a:schemeClr val="dk1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fld id="{9002F91F-5574-466B-9762-A6302432E743}" type="slidenum">
              <a:rPr b="1" lang="en-US" sz="1400" spc="-71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5" name="PlaceHolder 2"/>
          <p:cNvSpPr>
            <a:spLocks noGrp="1"/>
          </p:cNvSpPr>
          <p:nvPr>
            <p:ph type="title"/>
          </p:nvPr>
        </p:nvSpPr>
        <p:spPr>
          <a:xfrm>
            <a:off x="727200" y="0"/>
            <a:ext cx="7772040" cy="893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25000" lnSpcReduction="19999"/>
          </a:bodyPr>
          <a:p>
            <a:pPr indent="0" defTabSz="914400">
              <a:lnSpc>
                <a:spcPct val="90000"/>
              </a:lnSpc>
              <a:buNone/>
            </a:pPr>
            <a:br>
              <a:rPr sz="2800"/>
            </a:br>
            <a:br>
              <a:rPr sz="2800"/>
            </a:br>
            <a:br>
              <a:rPr sz="2800"/>
            </a:br>
            <a:r>
              <a:rPr b="1" lang="en-US" sz="3600" strike="noStrike" u="none" cap="all">
                <a:solidFill>
                  <a:srgbClr val="000000"/>
                </a:solidFill>
                <a:effectLst/>
                <a:uFillTx/>
                <a:latin typeface="Arial"/>
              </a:rPr>
              <a:t>Ways to Study System</a:t>
            </a:r>
            <a:r>
              <a:rPr b="0" lang="en-US" sz="4200" strike="noStrike" u="none" cap="all">
                <a:solidFill>
                  <a:schemeClr val="dk1"/>
                </a:solidFill>
                <a:effectLst/>
                <a:uFillTx/>
                <a:latin typeface="Rockwell Condensed"/>
              </a:rPr>
              <a:t> </a:t>
            </a:r>
            <a:br>
              <a:rPr sz="4200"/>
            </a:br>
            <a:br>
              <a:rPr sz="4200"/>
            </a:br>
            <a:endParaRPr b="0" lang="en-US" sz="42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</p:txBody>
      </p:sp>
      <p:grpSp>
        <p:nvGrpSpPr>
          <p:cNvPr id="166" name="Group 1058"/>
          <p:cNvGrpSpPr/>
          <p:nvPr/>
        </p:nvGrpSpPr>
        <p:grpSpPr>
          <a:xfrm>
            <a:off x="204840" y="895320"/>
            <a:ext cx="8853120" cy="5520960"/>
            <a:chOff x="204840" y="895320"/>
            <a:chExt cx="8853120" cy="5520960"/>
          </a:xfrm>
        </p:grpSpPr>
        <p:sp>
          <p:nvSpPr>
            <p:cNvPr id="167" name="Text Box 1044"/>
            <p:cNvSpPr/>
            <p:nvPr/>
          </p:nvSpPr>
          <p:spPr>
            <a:xfrm>
              <a:off x="5043600" y="6051600"/>
              <a:ext cx="1323720" cy="364680"/>
            </a:xfrm>
            <a:prstGeom prst="rect">
              <a:avLst/>
            </a:prstGeom>
            <a:noFill/>
            <a:ln w="936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1" i="1" lang="en-US" sz="1800" strike="noStrike" u="none">
                  <a:solidFill>
                    <a:srgbClr val="ff3300"/>
                  </a:solidFill>
                  <a:effectLst/>
                  <a:uFillTx/>
                  <a:latin typeface="Arial"/>
                </a:rPr>
                <a:t>Our Focus</a:t>
              </a: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8" name="Rectangle 1028"/>
            <p:cNvSpPr/>
            <p:nvPr/>
          </p:nvSpPr>
          <p:spPr>
            <a:xfrm>
              <a:off x="204840" y="1649520"/>
              <a:ext cx="2057040" cy="837720"/>
            </a:xfrm>
            <a:prstGeom prst="rect">
              <a:avLst/>
            </a:prstGeom>
            <a:noFill/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endParaRPr b="0" lang="en-US" sz="2400" strike="noStrike" u="none">
                <a:solidFill>
                  <a:schemeClr val="dk1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69" name="Oval 1029"/>
            <p:cNvSpPr/>
            <p:nvPr/>
          </p:nvSpPr>
          <p:spPr>
            <a:xfrm>
              <a:off x="2844720" y="895320"/>
              <a:ext cx="1523520" cy="914040"/>
            </a:xfrm>
            <a:prstGeom prst="ellipse">
              <a:avLst/>
            </a:prstGeom>
            <a:noFill/>
            <a:ln w="936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endParaRPr b="0" lang="en-US" sz="2400" strike="noStrike" u="none">
                <a:solidFill>
                  <a:schemeClr val="dk1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70" name="Text Box 1030"/>
            <p:cNvSpPr/>
            <p:nvPr/>
          </p:nvSpPr>
          <p:spPr>
            <a:xfrm>
              <a:off x="3073320" y="1047600"/>
              <a:ext cx="1112040" cy="456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1" lang="en-US" sz="2400" strike="noStrike" u="none">
                  <a:solidFill>
                    <a:schemeClr val="dk1"/>
                  </a:solidFill>
                  <a:effectLst/>
                  <a:uFillTx/>
                  <a:latin typeface="Times New Roman"/>
                </a:rPr>
                <a:t>System</a:t>
              </a: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1" name="Text Box 1031"/>
            <p:cNvSpPr/>
            <p:nvPr/>
          </p:nvSpPr>
          <p:spPr>
            <a:xfrm>
              <a:off x="281160" y="1670040"/>
              <a:ext cx="2133360" cy="790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0" lang="en-US" sz="2300" strike="noStrike" u="none">
                  <a:solidFill>
                    <a:schemeClr val="dk1"/>
                  </a:solidFill>
                  <a:effectLst/>
                  <a:uFillTx/>
                  <a:latin typeface="Times New Roman"/>
                </a:rPr>
                <a:t>Experiment w/ </a:t>
              </a:r>
              <a:r>
                <a:rPr b="1" i="1" lang="en-US" sz="2300" strike="noStrike" u="none">
                  <a:solidFill>
                    <a:schemeClr val="dk1"/>
                  </a:solidFill>
                  <a:effectLst/>
                  <a:uFillTx/>
                  <a:latin typeface="Times New Roman"/>
                </a:rPr>
                <a:t>actual</a:t>
              </a:r>
              <a:r>
                <a:rPr b="0" lang="en-US" sz="2300" strike="noStrike" u="none">
                  <a:solidFill>
                    <a:schemeClr val="dk1"/>
                  </a:solidFill>
                  <a:effectLst/>
                  <a:uFillTx/>
                  <a:latin typeface="Times New Roman"/>
                </a:rPr>
                <a:t> system</a:t>
              </a:r>
              <a:endParaRPr b="0" lang="en-US" sz="23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2" name="Rectangle 1033"/>
            <p:cNvSpPr/>
            <p:nvPr/>
          </p:nvSpPr>
          <p:spPr>
            <a:xfrm>
              <a:off x="4862520" y="1670040"/>
              <a:ext cx="2057040" cy="837720"/>
            </a:xfrm>
            <a:prstGeom prst="rect">
              <a:avLst/>
            </a:prstGeom>
            <a:noFill/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endParaRPr b="0" lang="en-US" sz="2400" strike="noStrike" u="none">
                <a:solidFill>
                  <a:schemeClr val="dk1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73" name="Text Box 1034"/>
            <p:cNvSpPr/>
            <p:nvPr/>
          </p:nvSpPr>
          <p:spPr>
            <a:xfrm>
              <a:off x="4862520" y="1693800"/>
              <a:ext cx="2133360" cy="790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 defTabSz="457200">
                <a:lnSpc>
                  <a:spcPct val="100000"/>
                </a:lnSpc>
              </a:pPr>
              <a:r>
                <a:rPr b="0" lang="en-US" sz="2300" strike="noStrike" u="none">
                  <a:solidFill>
                    <a:schemeClr val="dk1"/>
                  </a:solidFill>
                  <a:effectLst/>
                  <a:uFillTx/>
                  <a:latin typeface="Times New Roman"/>
                </a:rPr>
                <a:t>Experiment w/ </a:t>
              </a:r>
              <a:r>
                <a:rPr b="1" i="1" lang="en-US" sz="2300" strike="noStrike" u="none">
                  <a:solidFill>
                    <a:schemeClr val="dk1"/>
                  </a:solidFill>
                  <a:effectLst/>
                  <a:uFillTx/>
                  <a:latin typeface="Times New Roman"/>
                </a:rPr>
                <a:t>model</a:t>
              </a:r>
              <a:r>
                <a:rPr b="0" lang="en-US" sz="2300" strike="noStrike" u="none">
                  <a:solidFill>
                    <a:schemeClr val="dk1"/>
                  </a:solidFill>
                  <a:effectLst/>
                  <a:uFillTx/>
                  <a:latin typeface="Times New Roman"/>
                </a:rPr>
                <a:t> of system</a:t>
              </a:r>
              <a:endParaRPr b="0" lang="en-US" sz="23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4" name="Rectangle 1035"/>
            <p:cNvSpPr/>
            <p:nvPr/>
          </p:nvSpPr>
          <p:spPr>
            <a:xfrm>
              <a:off x="3592440" y="3097080"/>
              <a:ext cx="1766520" cy="914040"/>
            </a:xfrm>
            <a:prstGeom prst="rect">
              <a:avLst/>
            </a:prstGeom>
            <a:noFill/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endParaRPr b="0" lang="en-US" sz="2400" strike="noStrike" u="none">
                <a:solidFill>
                  <a:schemeClr val="dk1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75" name="Text Box 1037"/>
            <p:cNvSpPr/>
            <p:nvPr/>
          </p:nvSpPr>
          <p:spPr>
            <a:xfrm>
              <a:off x="3839400" y="3139920"/>
              <a:ext cx="1290240" cy="821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algn="ctr" defTabSz="457200">
                <a:lnSpc>
                  <a:spcPct val="100000"/>
                </a:lnSpc>
              </a:pPr>
              <a:r>
                <a:rPr b="0" lang="en-US" sz="2400" strike="noStrike" u="none">
                  <a:solidFill>
                    <a:schemeClr val="dk1"/>
                  </a:solidFill>
                  <a:effectLst/>
                  <a:uFillTx/>
                  <a:latin typeface="Times New Roman"/>
                </a:rPr>
                <a:t>Physical </a:t>
              </a: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algn="ctr" defTabSz="457200">
                <a:lnSpc>
                  <a:spcPct val="100000"/>
                </a:lnSpc>
              </a:pPr>
              <a:r>
                <a:rPr b="0" lang="en-US" sz="2400" strike="noStrike" u="none">
                  <a:solidFill>
                    <a:schemeClr val="dk1"/>
                  </a:solidFill>
                  <a:effectLst/>
                  <a:uFillTx/>
                  <a:latin typeface="Times New Roman"/>
                </a:rPr>
                <a:t>Model </a:t>
              </a: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6" name="Rectangle 1038"/>
            <p:cNvSpPr/>
            <p:nvPr/>
          </p:nvSpPr>
          <p:spPr>
            <a:xfrm>
              <a:off x="6283440" y="3124080"/>
              <a:ext cx="1687320" cy="914040"/>
            </a:xfrm>
            <a:prstGeom prst="rect">
              <a:avLst/>
            </a:prstGeom>
            <a:noFill/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endParaRPr b="0" lang="en-US" sz="2400" strike="noStrike" u="none">
                <a:solidFill>
                  <a:schemeClr val="dk1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77" name="Text Box 1039"/>
            <p:cNvSpPr/>
            <p:nvPr/>
          </p:nvSpPr>
          <p:spPr>
            <a:xfrm>
              <a:off x="6252480" y="3178080"/>
              <a:ext cx="1789560" cy="790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algn="ctr" defTabSz="457200">
                <a:lnSpc>
                  <a:spcPct val="100000"/>
                </a:lnSpc>
              </a:pPr>
              <a:r>
                <a:rPr b="0" lang="en-US" sz="2300" strike="noStrike" u="none">
                  <a:solidFill>
                    <a:schemeClr val="dk1"/>
                  </a:solidFill>
                  <a:effectLst/>
                  <a:uFillTx/>
                  <a:latin typeface="Times New Roman"/>
                </a:rPr>
                <a:t>Mathematical</a:t>
              </a:r>
              <a:endParaRPr b="0" lang="en-US" sz="23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algn="ctr" defTabSz="457200">
                <a:lnSpc>
                  <a:spcPct val="100000"/>
                </a:lnSpc>
              </a:pPr>
              <a:r>
                <a:rPr b="0" lang="en-US" sz="2300" strike="noStrike" u="none">
                  <a:solidFill>
                    <a:schemeClr val="dk1"/>
                  </a:solidFill>
                  <a:effectLst/>
                  <a:uFillTx/>
                  <a:latin typeface="Times New Roman"/>
                </a:rPr>
                <a:t>Model </a:t>
              </a:r>
              <a:endParaRPr b="0" lang="en-US" sz="23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8" name="Rectangle 1040"/>
            <p:cNvSpPr/>
            <p:nvPr/>
          </p:nvSpPr>
          <p:spPr>
            <a:xfrm>
              <a:off x="5394240" y="4714920"/>
              <a:ext cx="1766520" cy="914040"/>
            </a:xfrm>
            <a:prstGeom prst="rect">
              <a:avLst/>
            </a:prstGeom>
            <a:noFill/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endParaRPr b="0" lang="en-US" sz="2400" strike="noStrike" u="none">
                <a:solidFill>
                  <a:schemeClr val="dk1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79" name="Text Box 1041"/>
            <p:cNvSpPr/>
            <p:nvPr/>
          </p:nvSpPr>
          <p:spPr>
            <a:xfrm>
              <a:off x="5541840" y="4757760"/>
              <a:ext cx="1526760" cy="821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algn="ctr" defTabSz="457200">
                <a:lnSpc>
                  <a:spcPct val="100000"/>
                </a:lnSpc>
              </a:pPr>
              <a:r>
                <a:rPr b="0" lang="en-US" sz="2400" strike="noStrike" u="none">
                  <a:solidFill>
                    <a:schemeClr val="dk1"/>
                  </a:solidFill>
                  <a:effectLst/>
                  <a:uFillTx/>
                  <a:latin typeface="Times New Roman"/>
                </a:rPr>
                <a:t>Analytical </a:t>
              </a: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algn="ctr" defTabSz="457200">
                <a:lnSpc>
                  <a:spcPct val="100000"/>
                </a:lnSpc>
              </a:pPr>
              <a:r>
                <a:rPr b="0" lang="en-US" sz="2400" strike="noStrike" u="none">
                  <a:solidFill>
                    <a:schemeClr val="dk1"/>
                  </a:solidFill>
                  <a:effectLst/>
                  <a:uFillTx/>
                  <a:latin typeface="Times New Roman"/>
                </a:rPr>
                <a:t>Model</a:t>
              </a: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0" name="Rectangle 1042"/>
            <p:cNvSpPr/>
            <p:nvPr/>
          </p:nvSpPr>
          <p:spPr>
            <a:xfrm>
              <a:off x="7291440" y="4714920"/>
              <a:ext cx="1766520" cy="914040"/>
            </a:xfrm>
            <a:prstGeom prst="rect">
              <a:avLst/>
            </a:prstGeom>
            <a:noFill/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endParaRPr b="0" lang="en-US" sz="2400" strike="noStrike" u="none">
                <a:solidFill>
                  <a:schemeClr val="accent2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81" name="Text Box 1043"/>
            <p:cNvSpPr/>
            <p:nvPr/>
          </p:nvSpPr>
          <p:spPr>
            <a:xfrm>
              <a:off x="7479000" y="4757760"/>
              <a:ext cx="1440000" cy="639000"/>
            </a:xfrm>
            <a:prstGeom prst="rect">
              <a:avLst/>
            </a:prstGeom>
            <a:noFill/>
            <a:ln w="936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algn="ctr" defTabSz="457200">
                <a:lnSpc>
                  <a:spcPct val="100000"/>
                </a:lnSpc>
              </a:pPr>
              <a:r>
                <a:rPr b="1" i="1" lang="en-US" sz="1800" strike="noStrike" u="none">
                  <a:solidFill>
                    <a:schemeClr val="accent2"/>
                  </a:solidFill>
                  <a:effectLst/>
                  <a:uFillTx/>
                  <a:latin typeface="Rockwell"/>
                </a:rPr>
                <a:t>Simulation</a:t>
              </a: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algn="ctr" defTabSz="457200">
                <a:lnSpc>
                  <a:spcPct val="100000"/>
                </a:lnSpc>
              </a:pPr>
              <a:r>
                <a:rPr b="1" i="1" lang="en-US" sz="1800" strike="noStrike" u="none">
                  <a:solidFill>
                    <a:schemeClr val="accent2"/>
                  </a:solidFill>
                  <a:effectLst/>
                  <a:uFillTx/>
                  <a:latin typeface="Rockwell"/>
                </a:rPr>
                <a:t>Model</a:t>
              </a:r>
              <a:r>
                <a:rPr b="1" lang="en-US" sz="1800" strike="noStrike" u="none">
                  <a:solidFill>
                    <a:schemeClr val="accent2"/>
                  </a:solidFill>
                  <a:effectLst/>
                  <a:uFillTx/>
                  <a:latin typeface="Rockwell"/>
                </a:rPr>
                <a:t> </a:t>
              </a: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2" name="Arc 1048"/>
            <p:cNvSpPr/>
            <p:nvPr/>
          </p:nvSpPr>
          <p:spPr>
            <a:xfrm rot="5746800">
              <a:off x="7345440" y="5430600"/>
              <a:ext cx="912600" cy="899640"/>
            </a:xfrm>
            <a:custGeom>
              <a:avLst/>
              <a:gdLst>
                <a:gd name="textAreaLeft" fmla="*/ 0 w 912600"/>
                <a:gd name="textAreaRight" fmla="*/ 912960 w 912600"/>
                <a:gd name="textAreaTop" fmla="*/ 0 h 899640"/>
                <a:gd name="textAreaBottom" fmla="*/ 900000 h 899640"/>
                <a:gd name="GluePoint1X" fmla="*/ 0 w 21580"/>
                <a:gd name="GluePoint1Y" fmla="*/ 0 h 21271"/>
                <a:gd name="GluePoint2X" fmla="*/ 0 w 21580"/>
                <a:gd name="GluePoint2Y" fmla="*/ 0 h 21271"/>
                <a:gd name="GluePoint3X" fmla="*/ 0 w 21580"/>
                <a:gd name="GluePoint3Y" fmla="*/ 0 h 2127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</a:cxnLst>
              <a:rect l="textAreaLeft" t="textAreaTop" r="textAreaRight" b="textAreaBottom"/>
              <a:pathLst>
                <a:path fill="none" w="21580" h="21271">
                  <a:moveTo>
                    <a:pt x="3755" y="-1"/>
                  </a:moveTo>
                  <a:cubicBezTo>
                    <a:pt x="13730" y="1760"/>
                    <a:pt x="21142" y="10218"/>
                    <a:pt x="21579" y="20339"/>
                  </a:cubicBezTo>
                </a:path>
                <a:path stroke="0" w="21580" h="21271">
                  <a:moveTo>
                    <a:pt x="3755" y="-1"/>
                  </a:moveTo>
                  <a:cubicBezTo>
                    <a:pt x="13730" y="1760"/>
                    <a:pt x="21142" y="10218"/>
                    <a:pt x="21579" y="20339"/>
                  </a:cubicBezTo>
                  <a:lnTo>
                    <a:pt x="0" y="21271"/>
                  </a:lnTo>
                  <a:close/>
                </a:path>
              </a:pathLst>
            </a:custGeom>
            <a:noFill/>
            <a:ln w="19080">
              <a:solidFill>
                <a:srgbClr val="ff3300"/>
              </a:solidFill>
              <a:round/>
              <a:headEnd len="lg" type="stealth" w="lg"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45000" rIns="45000" tIns="90000" bIns="90000" anchor="ctr" vert="eaVert" rot="10800000">
              <a:noAutofit/>
            </a:bodyPr>
            <a:p>
              <a:endParaRPr b="0" lang="en-IE" sz="1800" strike="noStrike" u="none">
                <a:solidFill>
                  <a:schemeClr val="dk1"/>
                </a:solidFill>
                <a:effectLst/>
                <a:uFillTx/>
                <a:latin typeface="Rockwell"/>
              </a:endParaRPr>
            </a:p>
          </p:txBody>
        </p:sp>
        <p:sp>
          <p:nvSpPr>
            <p:cNvPr id="183" name="Line 1050"/>
            <p:cNvSpPr/>
            <p:nvPr/>
          </p:nvSpPr>
          <p:spPr>
            <a:xfrm flipH="1">
              <a:off x="2214360" y="1414440"/>
              <a:ext cx="622440" cy="228600"/>
            </a:xfrm>
            <a:prstGeom prst="line">
              <a:avLst/>
            </a:prstGeom>
            <a:ln w="19080">
              <a:solidFill>
                <a:srgbClr val="000000"/>
              </a:solidFill>
              <a:round/>
              <a:tailEnd len="lg" type="stealth" w="lg"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E" sz="1800" strike="noStrike" u="none">
                <a:solidFill>
                  <a:schemeClr val="dk1"/>
                </a:solidFill>
                <a:effectLst/>
                <a:uFillTx/>
                <a:latin typeface="Rockwell"/>
              </a:endParaRPr>
            </a:p>
          </p:txBody>
        </p:sp>
        <p:sp>
          <p:nvSpPr>
            <p:cNvPr id="184" name="Line 1051"/>
            <p:cNvSpPr/>
            <p:nvPr/>
          </p:nvSpPr>
          <p:spPr>
            <a:xfrm flipH="1">
              <a:off x="4628880" y="2495520"/>
              <a:ext cx="1163880" cy="601560"/>
            </a:xfrm>
            <a:prstGeom prst="line">
              <a:avLst/>
            </a:prstGeom>
            <a:ln w="19080">
              <a:solidFill>
                <a:srgbClr val="000000"/>
              </a:solidFill>
              <a:round/>
              <a:tailEnd len="lg" type="stealth" w="lg"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E" sz="1800" strike="noStrike" u="none">
                <a:solidFill>
                  <a:schemeClr val="dk1"/>
                </a:solidFill>
                <a:effectLst/>
                <a:uFillTx/>
                <a:latin typeface="Rockwell"/>
              </a:endParaRPr>
            </a:p>
          </p:txBody>
        </p:sp>
        <p:sp>
          <p:nvSpPr>
            <p:cNvPr id="185" name="Line 1052"/>
            <p:cNvSpPr/>
            <p:nvPr/>
          </p:nvSpPr>
          <p:spPr>
            <a:xfrm>
              <a:off x="5857560" y="2516040"/>
              <a:ext cx="1309680" cy="601560"/>
            </a:xfrm>
            <a:prstGeom prst="line">
              <a:avLst/>
            </a:prstGeom>
            <a:ln w="19080">
              <a:solidFill>
                <a:srgbClr val="000000"/>
              </a:solidFill>
              <a:round/>
              <a:tailEnd len="lg" type="stealth" w="lg"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E" sz="1800" strike="noStrike" u="none">
                <a:solidFill>
                  <a:schemeClr val="dk1"/>
                </a:solidFill>
                <a:effectLst/>
                <a:uFillTx/>
                <a:latin typeface="Rockwell"/>
              </a:endParaRPr>
            </a:p>
          </p:txBody>
        </p:sp>
        <p:sp>
          <p:nvSpPr>
            <p:cNvPr id="186" name="Line 1053"/>
            <p:cNvSpPr/>
            <p:nvPr/>
          </p:nvSpPr>
          <p:spPr>
            <a:xfrm flipH="1">
              <a:off x="6227640" y="4011480"/>
              <a:ext cx="915840" cy="703080"/>
            </a:xfrm>
            <a:prstGeom prst="line">
              <a:avLst/>
            </a:prstGeom>
            <a:ln w="19080">
              <a:solidFill>
                <a:srgbClr val="000000"/>
              </a:solidFill>
              <a:round/>
              <a:tailEnd len="lg" type="stealth" w="lg"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E" sz="1800" strike="noStrike" u="none">
                <a:solidFill>
                  <a:schemeClr val="dk1"/>
                </a:solidFill>
                <a:effectLst/>
                <a:uFillTx/>
                <a:latin typeface="Rockwell"/>
              </a:endParaRPr>
            </a:p>
          </p:txBody>
        </p:sp>
        <p:sp>
          <p:nvSpPr>
            <p:cNvPr id="187" name="Line 1054"/>
            <p:cNvSpPr/>
            <p:nvPr/>
          </p:nvSpPr>
          <p:spPr>
            <a:xfrm>
              <a:off x="7129440" y="4038480"/>
              <a:ext cx="1058760" cy="662040"/>
            </a:xfrm>
            <a:prstGeom prst="line">
              <a:avLst/>
            </a:prstGeom>
            <a:ln w="19080">
              <a:solidFill>
                <a:srgbClr val="000000"/>
              </a:solidFill>
              <a:round/>
              <a:tailEnd len="lg" type="stealth" w="lg"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E" sz="1800" strike="noStrike" u="none">
                <a:solidFill>
                  <a:schemeClr val="dk1"/>
                </a:solidFill>
                <a:effectLst/>
                <a:uFillTx/>
                <a:latin typeface="Rockwell"/>
              </a:endParaRPr>
            </a:p>
          </p:txBody>
        </p:sp>
        <p:sp>
          <p:nvSpPr>
            <p:cNvPr id="188" name="Line 1055"/>
            <p:cNvSpPr/>
            <p:nvPr/>
          </p:nvSpPr>
          <p:spPr>
            <a:xfrm>
              <a:off x="4359240" y="1419120"/>
              <a:ext cx="520560" cy="249120"/>
            </a:xfrm>
            <a:prstGeom prst="line">
              <a:avLst/>
            </a:prstGeom>
            <a:ln w="19080">
              <a:solidFill>
                <a:srgbClr val="000000"/>
              </a:solidFill>
              <a:round/>
              <a:tailEnd len="lg" type="stealth" w="lg"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E" sz="1800" strike="noStrike" u="none">
                <a:solidFill>
                  <a:schemeClr val="dk1"/>
                </a:solidFill>
                <a:effectLst/>
                <a:uFillTx/>
                <a:latin typeface="Rockwel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PlaceHolder 1"/>
          <p:cNvSpPr>
            <a:spLocks noGrp="1"/>
          </p:cNvSpPr>
          <p:nvPr>
            <p:ph/>
          </p:nvPr>
        </p:nvSpPr>
        <p:spPr>
          <a:xfrm>
            <a:off x="746280" y="620640"/>
            <a:ext cx="7560360" cy="1007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199"/>
              </a:spcBef>
              <a:buNone/>
              <a:tabLst>
                <a:tab algn="l" pos="0"/>
              </a:tabLst>
            </a:pPr>
            <a:r>
              <a:rPr b="1" lang="en-IE" sz="4000" strike="noStrike" u="none">
                <a:solidFill>
                  <a:schemeClr val="dk1"/>
                </a:solidFill>
                <a:effectLst/>
                <a:uFillTx/>
                <a:latin typeface="Rockwell"/>
              </a:rPr>
              <a:t>Advantages of Simulation</a:t>
            </a:r>
            <a:endParaRPr b="0" lang="en-US" sz="40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</p:txBody>
      </p:sp>
      <p:sp>
        <p:nvSpPr>
          <p:cNvPr id="190" name="PlaceHolder 2"/>
          <p:cNvSpPr>
            <a:spLocks noGrp="1"/>
          </p:cNvSpPr>
          <p:nvPr>
            <p:ph/>
          </p:nvPr>
        </p:nvSpPr>
        <p:spPr>
          <a:xfrm>
            <a:off x="533520" y="1523880"/>
            <a:ext cx="8076960" cy="4266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90000"/>
              </a:lnSpc>
              <a:spcBef>
                <a:spcPts val="1199"/>
              </a:spcBef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Often the </a:t>
            </a:r>
            <a:r>
              <a:rPr b="1" lang="en-US" sz="2000" strike="noStrike" u="none">
                <a:solidFill>
                  <a:schemeClr val="accent2"/>
                </a:solidFill>
                <a:effectLst/>
                <a:uFillTx/>
                <a:latin typeface="Arial"/>
              </a:rPr>
              <a:t>only type of model possible</a:t>
            </a: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 for complex systems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  <a:p>
            <a:pPr lvl="1" marL="457200" indent="-182880" defTabSz="914400">
              <a:lnSpc>
                <a:spcPct val="90000"/>
              </a:lnSpc>
              <a:spcBef>
                <a:spcPts val="400"/>
              </a:spcBef>
              <a:spcAft>
                <a:spcPts val="201"/>
              </a:spcAft>
              <a:buClr>
                <a:srgbClr val="000000"/>
              </a:buClr>
              <a:buSzPct val="85000"/>
              <a:buFont typeface="Wingdings" charset="2"/>
              <a:buChar char=""/>
              <a:tabLst>
                <a:tab algn="l" pos="0"/>
              </a:tabLst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Analytical models based on exact solution frequently infeasible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  <a:p>
            <a:pPr indent="0" defTabSz="914400">
              <a:lnSpc>
                <a:spcPct val="90000"/>
              </a:lnSpc>
              <a:spcBef>
                <a:spcPts val="901"/>
              </a:spcBef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Process of building simulation can </a:t>
            </a:r>
            <a:r>
              <a:rPr b="1" lang="en-US" sz="2000" strike="noStrike" u="none">
                <a:solidFill>
                  <a:schemeClr val="accent2"/>
                </a:solidFill>
                <a:effectLst/>
                <a:uFillTx/>
                <a:latin typeface="Arial"/>
              </a:rPr>
              <a:t>clarify understanding</a:t>
            </a: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 of real system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  <a:p>
            <a:pPr lvl="1" marL="457200" indent="-182880" defTabSz="914400">
              <a:lnSpc>
                <a:spcPct val="90000"/>
              </a:lnSpc>
              <a:spcBef>
                <a:spcPts val="901"/>
              </a:spcBef>
              <a:spcAft>
                <a:spcPts val="201"/>
              </a:spcAft>
              <a:buClr>
                <a:srgbClr val="000000"/>
              </a:buClr>
              <a:buSzPct val="85000"/>
              <a:buFont typeface="Wingdings" charset="2"/>
              <a:buChar char=""/>
              <a:tabLst>
                <a:tab algn="l" pos="0"/>
              </a:tabLst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Sometimes more useful than actual application of final simulation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  <a:p>
            <a:pPr indent="0" defTabSz="914400">
              <a:lnSpc>
                <a:spcPct val="90000"/>
              </a:lnSpc>
              <a:spcBef>
                <a:spcPts val="901"/>
              </a:spcBef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Allows for sensitivity analysis and optimization of real system </a:t>
            </a:r>
            <a:r>
              <a:rPr b="1" lang="en-US" sz="2000" strike="noStrike" u="none">
                <a:solidFill>
                  <a:schemeClr val="accent2"/>
                </a:solidFill>
                <a:effectLst/>
                <a:uFillTx/>
                <a:latin typeface="Arial"/>
              </a:rPr>
              <a:t>without need to operate real system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  <a:p>
            <a:pPr indent="0" defTabSz="914400">
              <a:lnSpc>
                <a:spcPct val="90000"/>
              </a:lnSpc>
              <a:spcBef>
                <a:spcPts val="901"/>
              </a:spcBef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Can maintain </a:t>
            </a:r>
            <a:r>
              <a:rPr b="1" lang="en-US" sz="2000" strike="noStrike" u="none">
                <a:solidFill>
                  <a:schemeClr val="accent2"/>
                </a:solidFill>
                <a:effectLst/>
                <a:uFillTx/>
                <a:latin typeface="Arial"/>
              </a:rPr>
              <a:t>better control over experimental conditions</a:t>
            </a: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 than real system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  <a:p>
            <a:pPr indent="0" defTabSz="914400">
              <a:lnSpc>
                <a:spcPct val="90000"/>
              </a:lnSpc>
              <a:spcBef>
                <a:spcPts val="901"/>
              </a:spcBef>
              <a:buNone/>
              <a:tabLst>
                <a:tab algn="l" pos="0"/>
              </a:tabLst>
            </a:pPr>
            <a:r>
              <a:rPr b="1" lang="en-US" sz="2000" strike="noStrike" u="none">
                <a:solidFill>
                  <a:schemeClr val="accent2"/>
                </a:solidFill>
                <a:effectLst/>
                <a:uFillTx/>
                <a:latin typeface="Arial"/>
              </a:rPr>
              <a:t>Time compression/expansion:</a:t>
            </a: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 Can evaluate system on slower or faster time scale than real system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  <a:p>
            <a:pPr indent="0" defTabSz="914400">
              <a:lnSpc>
                <a:spcPct val="90000"/>
              </a:lnSpc>
              <a:spcBef>
                <a:spcPts val="901"/>
              </a:spcBef>
              <a:buNone/>
              <a:tabLst>
                <a:tab algn="l" pos="0"/>
              </a:tabLst>
            </a:pPr>
            <a:endParaRPr b="0" lang="en-US" sz="20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  <a:p>
            <a:pPr indent="0" defTabSz="914400">
              <a:lnSpc>
                <a:spcPct val="120000"/>
              </a:lnSpc>
              <a:spcBef>
                <a:spcPts val="1199"/>
              </a:spcBef>
              <a:buNone/>
              <a:tabLst>
                <a:tab algn="l" pos="0"/>
              </a:tabLst>
            </a:pPr>
            <a:endParaRPr b="0" lang="en-US" sz="20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PlaceHolder 1"/>
          <p:cNvSpPr>
            <a:spLocks noGrp="1"/>
          </p:cNvSpPr>
          <p:nvPr>
            <p:ph/>
          </p:nvPr>
        </p:nvSpPr>
        <p:spPr>
          <a:xfrm>
            <a:off x="746280" y="620640"/>
            <a:ext cx="8076960" cy="1007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92500" lnSpcReduction="9999"/>
          </a:bodyPr>
          <a:p>
            <a:pPr indent="0" defTabSz="914400">
              <a:lnSpc>
                <a:spcPct val="90000"/>
              </a:lnSpc>
              <a:spcBef>
                <a:spcPts val="1199"/>
              </a:spcBef>
              <a:buNone/>
              <a:tabLst>
                <a:tab algn="l" pos="0"/>
              </a:tabLst>
            </a:pPr>
            <a:r>
              <a:rPr b="1" lang="en-US" sz="4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Some Disadvantages of Simulation</a:t>
            </a:r>
            <a:endParaRPr b="0" lang="en-US" sz="40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  <a:p>
            <a:pPr indent="0" defTabSz="914400">
              <a:lnSpc>
                <a:spcPct val="90000"/>
              </a:lnSpc>
              <a:spcBef>
                <a:spcPts val="1199"/>
              </a:spcBef>
              <a:buNone/>
              <a:tabLst>
                <a:tab algn="l" pos="0"/>
              </a:tabLst>
            </a:pPr>
            <a:endParaRPr b="0" lang="en-US" sz="40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</p:txBody>
      </p:sp>
      <p:sp>
        <p:nvSpPr>
          <p:cNvPr id="192" name="PlaceHolder 2"/>
          <p:cNvSpPr>
            <a:spLocks noGrp="1"/>
          </p:cNvSpPr>
          <p:nvPr>
            <p:ph/>
          </p:nvPr>
        </p:nvSpPr>
        <p:spPr>
          <a:xfrm>
            <a:off x="533520" y="1828800"/>
            <a:ext cx="8076960" cy="39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90000"/>
              </a:lnSpc>
              <a:spcBef>
                <a:spcPts val="1199"/>
              </a:spcBef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May be very </a:t>
            </a:r>
            <a:r>
              <a:rPr b="1" lang="en-US" sz="2000" strike="noStrike" u="none">
                <a:solidFill>
                  <a:schemeClr val="accent2"/>
                </a:solidFill>
                <a:effectLst/>
                <a:uFillTx/>
                <a:latin typeface="Arial"/>
              </a:rPr>
              <a:t>expensive and time consuming</a:t>
            </a: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 to build simulation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  <a:p>
            <a:pPr indent="0" defTabSz="914400">
              <a:lnSpc>
                <a:spcPct val="90000"/>
              </a:lnSpc>
              <a:spcBef>
                <a:spcPts val="901"/>
              </a:spcBef>
              <a:buNone/>
              <a:tabLst>
                <a:tab algn="l" pos="0"/>
              </a:tabLst>
            </a:pPr>
            <a:r>
              <a:rPr b="1" lang="en-US" sz="2000" strike="noStrike" u="none">
                <a:solidFill>
                  <a:schemeClr val="accent2"/>
                </a:solidFill>
                <a:effectLst/>
                <a:uFillTx/>
                <a:latin typeface="Arial"/>
              </a:rPr>
              <a:t>Easy to misuse simulation</a:t>
            </a: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 by “stretching” it beyond the limits of credibility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  <a:p>
            <a:pPr lvl="1" marL="457200" indent="-182880" defTabSz="914400">
              <a:lnSpc>
                <a:spcPct val="90000"/>
              </a:lnSpc>
              <a:spcBef>
                <a:spcPts val="400"/>
              </a:spcBef>
              <a:spcAft>
                <a:spcPts val="201"/>
              </a:spcAft>
              <a:buClr>
                <a:srgbClr val="000000"/>
              </a:buClr>
              <a:buSzPct val="85000"/>
              <a:buFont typeface="Wingdings" charset="2"/>
              <a:buChar char=""/>
              <a:tabLst>
                <a:tab algn="l" pos="0"/>
              </a:tabLst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Problem especially apparent when using commercial simulation packages due to ease of use and lack of familiarity with underlying assumptions and restrictions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  <a:p>
            <a:pPr lvl="1" marL="457200" indent="-182880" defTabSz="914400">
              <a:lnSpc>
                <a:spcPct val="90000"/>
              </a:lnSpc>
              <a:spcBef>
                <a:spcPts val="400"/>
              </a:spcBef>
              <a:spcAft>
                <a:spcPts val="201"/>
              </a:spcAft>
              <a:buClr>
                <a:srgbClr val="000000"/>
              </a:buClr>
              <a:buSzPct val="85000"/>
              <a:buFont typeface="Wingdings" charset="2"/>
              <a:buChar char=""/>
              <a:tabLst>
                <a:tab algn="l" pos="0"/>
              </a:tabLst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Slick graphics, animation, tables, etc. may tempt user to assign unwarranted credibility to output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  <a:p>
            <a:pPr indent="0" defTabSz="914400">
              <a:lnSpc>
                <a:spcPct val="90000"/>
              </a:lnSpc>
              <a:spcBef>
                <a:spcPts val="901"/>
              </a:spcBef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Monte Carlo simulation usually </a:t>
            </a:r>
            <a:r>
              <a:rPr b="1" lang="en-US" sz="2000" strike="noStrike" u="none">
                <a:solidFill>
                  <a:schemeClr val="accent2"/>
                </a:solidFill>
                <a:effectLst/>
                <a:uFillTx/>
                <a:latin typeface="Arial"/>
              </a:rPr>
              <a:t>requires several (perhaps many) runs</a:t>
            </a: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 at given input values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  <a:p>
            <a:pPr lvl="1" marL="457200" indent="-182880" defTabSz="914400">
              <a:lnSpc>
                <a:spcPct val="90000"/>
              </a:lnSpc>
              <a:spcBef>
                <a:spcPts val="400"/>
              </a:spcBef>
              <a:spcAft>
                <a:spcPts val="201"/>
              </a:spcAft>
              <a:buClr>
                <a:srgbClr val="000000"/>
              </a:buClr>
              <a:buSzPct val="85000"/>
              <a:buFont typeface="Wingdings" charset="2"/>
              <a:buChar char=""/>
              <a:tabLst>
                <a:tab algn="l" pos="0"/>
              </a:tabLst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Contrast: analytical solution provides exact values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  <a:p>
            <a:pPr indent="0" defTabSz="914400">
              <a:lnSpc>
                <a:spcPct val="120000"/>
              </a:lnSpc>
              <a:spcBef>
                <a:spcPts val="1199"/>
              </a:spcBef>
              <a:buNone/>
              <a:tabLst>
                <a:tab algn="l" pos="0"/>
              </a:tabLst>
            </a:pPr>
            <a:endParaRPr b="0" lang="en-US" sz="20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PlaceHolder 1"/>
          <p:cNvSpPr>
            <a:spLocks noGrp="1"/>
          </p:cNvSpPr>
          <p:nvPr>
            <p:ph/>
          </p:nvPr>
        </p:nvSpPr>
        <p:spPr>
          <a:xfrm>
            <a:off x="746280" y="380880"/>
            <a:ext cx="8076960" cy="837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90000"/>
              </a:lnSpc>
              <a:spcBef>
                <a:spcPts val="1199"/>
              </a:spcBef>
              <a:buNone/>
              <a:tabLst>
                <a:tab algn="l" pos="0"/>
              </a:tabLst>
            </a:pPr>
            <a:r>
              <a:rPr b="1" lang="en-US" sz="4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Basic Approach</a:t>
            </a:r>
            <a:endParaRPr b="0" lang="en-US" sz="40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</p:txBody>
      </p:sp>
      <p:sp>
        <p:nvSpPr>
          <p:cNvPr id="194" name="PlaceHolder 2"/>
          <p:cNvSpPr>
            <a:spLocks noGrp="1"/>
          </p:cNvSpPr>
          <p:nvPr>
            <p:ph/>
          </p:nvPr>
        </p:nvSpPr>
        <p:spPr>
          <a:xfrm>
            <a:off x="533520" y="1371600"/>
            <a:ext cx="8289720" cy="4419360"/>
          </a:xfrm>
          <a:prstGeom prst="rect">
            <a:avLst/>
          </a:prstGeom>
          <a:blipFill rotWithShape="0">
            <a:blip r:embed="rId1"/>
            <a:stretch>
              <a:fillRect l="-369" t="-692"/>
            </a:stretch>
          </a:blipFill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90000"/>
              </a:lnSpc>
              <a:spcBef>
                <a:spcPts val="1199"/>
              </a:spcBef>
              <a:buClr>
                <a:srgbClr val="9e3611"/>
              </a:buClr>
              <a:buSzPct val="85000"/>
              <a:buFont typeface="Arial"/>
              <a:buChar char="•"/>
            </a:pPr>
            <a:r>
              <a:rPr b="0" lang="en-IE" sz="2400" strike="noStrike" u="none">
                <a:solidFill>
                  <a:schemeClr val="dk1">
                    <a:alpha val="1000"/>
                  </a:schemeClr>
                </a:solidFill>
                <a:effectLst/>
                <a:uFillTx/>
                <a:latin typeface="Rockwell"/>
              </a:rPr>
              <a:t> 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PlaceHolder 1"/>
          <p:cNvSpPr>
            <a:spLocks noGrp="1"/>
          </p:cNvSpPr>
          <p:nvPr>
            <p:ph/>
          </p:nvPr>
        </p:nvSpPr>
        <p:spPr>
          <a:xfrm>
            <a:off x="746280" y="620640"/>
            <a:ext cx="7560360" cy="1007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199"/>
              </a:spcBef>
              <a:buNone/>
              <a:tabLst>
                <a:tab algn="l" pos="0"/>
              </a:tabLst>
            </a:pPr>
            <a:r>
              <a:rPr b="1" lang="en-US" sz="4000" strike="noStrike" u="none">
                <a:solidFill>
                  <a:schemeClr val="dk1"/>
                </a:solidFill>
                <a:effectLst/>
                <a:uFillTx/>
                <a:latin typeface="Rockwell"/>
              </a:rPr>
              <a:t>Example</a:t>
            </a:r>
            <a:endParaRPr b="0" lang="en-US" sz="40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</p:txBody>
      </p:sp>
      <p:sp>
        <p:nvSpPr>
          <p:cNvPr id="196" name="PlaceHolder 2"/>
          <p:cNvSpPr>
            <a:spLocks noGrp="1"/>
          </p:cNvSpPr>
          <p:nvPr>
            <p:ph/>
          </p:nvPr>
        </p:nvSpPr>
        <p:spPr>
          <a:xfrm>
            <a:off x="755640" y="1371600"/>
            <a:ext cx="7561080" cy="4289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lnSpcReduction="9999"/>
          </a:bodyPr>
          <a:p>
            <a:pPr indent="0" defTabSz="914400">
              <a:lnSpc>
                <a:spcPct val="100000"/>
              </a:lnSpc>
              <a:spcBef>
                <a:spcPts val="1199"/>
              </a:spcBef>
              <a:buNone/>
              <a:tabLst>
                <a:tab algn="l" pos="0"/>
              </a:tabLst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Rockwell"/>
              </a:rPr>
              <a:t>What is the probability to get a poker at Texas Hold’em poker?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  <a:p>
            <a:pPr marL="457200" indent="-457200" defTabSz="914400">
              <a:lnSpc>
                <a:spcPct val="100000"/>
              </a:lnSpc>
              <a:spcBef>
                <a:spcPts val="1199"/>
              </a:spcBef>
              <a:buClr>
                <a:srgbClr val="9e3611"/>
              </a:buClr>
              <a:buSzPct val="85000"/>
              <a:buFont typeface="OpenSymbol"/>
              <a:buAutoNum type="arabicPeriod"/>
              <a:tabLst>
                <a:tab algn="l" pos="0"/>
              </a:tabLst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Rockwell"/>
              </a:rPr>
              <a:t>Select the number of simulations N (=trials)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  <a:p>
            <a:pPr marL="457200" indent="-457200" defTabSz="914400">
              <a:lnSpc>
                <a:spcPct val="100000"/>
              </a:lnSpc>
              <a:spcBef>
                <a:spcPts val="1199"/>
              </a:spcBef>
              <a:buClr>
                <a:srgbClr val="9e3611"/>
              </a:buClr>
              <a:buSzPct val="85000"/>
              <a:buFont typeface="OpenSymbol"/>
              <a:buAutoNum type="arabicPeriod"/>
              <a:tabLst>
                <a:tab algn="l" pos="0"/>
              </a:tabLst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Rockwell"/>
              </a:rPr>
              <a:t>Repeat N times: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  <a:p>
            <a:pPr lvl="1" marL="571680" indent="-457200" defTabSz="914400">
              <a:lnSpc>
                <a:spcPct val="100000"/>
              </a:lnSpc>
              <a:spcBef>
                <a:spcPts val="400"/>
              </a:spcBef>
              <a:spcAft>
                <a:spcPts val="201"/>
              </a:spcAft>
              <a:buClr>
                <a:srgbClr val="9e3611"/>
              </a:buClr>
              <a:buSzPct val="85000"/>
              <a:buFont typeface="OpenSymbol"/>
              <a:buAutoNum type="arabicPeriod"/>
              <a:tabLst>
                <a:tab algn="l" pos="0"/>
              </a:tabLst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Rockwell"/>
              </a:rPr>
              <a:t>Shuffle the deck (randomness is here!)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  <a:p>
            <a:pPr lvl="1" marL="571680" indent="-457200" defTabSz="914400">
              <a:lnSpc>
                <a:spcPct val="100000"/>
              </a:lnSpc>
              <a:spcBef>
                <a:spcPts val="400"/>
              </a:spcBef>
              <a:spcAft>
                <a:spcPts val="201"/>
              </a:spcAft>
              <a:buClr>
                <a:srgbClr val="9e3611"/>
              </a:buClr>
              <a:buSzPct val="85000"/>
              <a:buFont typeface="OpenSymbol"/>
              <a:buAutoNum type="arabicPeriod"/>
              <a:tabLst>
                <a:tab algn="l" pos="0"/>
              </a:tabLst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Rockwell"/>
              </a:rPr>
              <a:t>Pick 7 cards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  <a:p>
            <a:pPr lvl="1" marL="571680" indent="-457200" defTabSz="914400">
              <a:lnSpc>
                <a:spcPct val="100000"/>
              </a:lnSpc>
              <a:spcBef>
                <a:spcPts val="400"/>
              </a:spcBef>
              <a:spcAft>
                <a:spcPts val="201"/>
              </a:spcAft>
              <a:buClr>
                <a:srgbClr val="9e3611"/>
              </a:buClr>
              <a:buSzPct val="85000"/>
              <a:buFont typeface="OpenSymbol"/>
              <a:buAutoNum type="arabicPeriod"/>
              <a:tabLst>
                <a:tab algn="l" pos="0"/>
              </a:tabLst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Rockwell"/>
              </a:rPr>
              <a:t>Check if there is a poker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  <a:p>
            <a:pPr marL="457200" indent="-457200" defTabSz="914400">
              <a:lnSpc>
                <a:spcPct val="100000"/>
              </a:lnSpc>
              <a:spcBef>
                <a:spcPts val="1199"/>
              </a:spcBef>
              <a:buClr>
                <a:srgbClr val="9e3611"/>
              </a:buClr>
              <a:buSzPct val="85000"/>
              <a:buFont typeface="OpenSymbol"/>
              <a:buAutoNum type="arabicPeriod"/>
              <a:tabLst>
                <a:tab algn="l" pos="0"/>
              </a:tabLst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Rockwell"/>
              </a:rPr>
              <a:t>Count all the times a poker was present, call it P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  <a:p>
            <a:pPr marL="457200" indent="-457200" defTabSz="914400">
              <a:lnSpc>
                <a:spcPct val="100000"/>
              </a:lnSpc>
              <a:spcBef>
                <a:spcPts val="1199"/>
              </a:spcBef>
              <a:buClr>
                <a:srgbClr val="9e3611"/>
              </a:buClr>
              <a:buSzPct val="85000"/>
              <a:buFont typeface="OpenSymbol"/>
              <a:buAutoNum type="arabicPeriod"/>
              <a:tabLst>
                <a:tab algn="l" pos="0"/>
              </a:tabLst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Rockwell"/>
              </a:rPr>
              <a:t>The final probability is P / N  (positive cases divided by the total number of cases)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PlaceHolder 1"/>
          <p:cNvSpPr>
            <a:spLocks noGrp="1"/>
          </p:cNvSpPr>
          <p:nvPr>
            <p:ph/>
          </p:nvPr>
        </p:nvSpPr>
        <p:spPr>
          <a:xfrm>
            <a:off x="746280" y="620640"/>
            <a:ext cx="7560360" cy="1007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92500" lnSpcReduction="9999"/>
          </a:bodyPr>
          <a:p>
            <a:pPr indent="0" defTabSz="914400">
              <a:lnSpc>
                <a:spcPct val="90000"/>
              </a:lnSpc>
              <a:spcBef>
                <a:spcPts val="1199"/>
              </a:spcBef>
              <a:buNone/>
              <a:tabLst>
                <a:tab algn="l" pos="0"/>
              </a:tabLst>
            </a:pPr>
            <a:r>
              <a:rPr b="1" lang="en-US" sz="4000" strike="noStrike" u="none">
                <a:solidFill>
                  <a:schemeClr val="dk1"/>
                </a:solidFill>
                <a:effectLst/>
                <a:uFillTx/>
                <a:latin typeface="Rockwell"/>
              </a:rPr>
              <a:t>Example: integral of a function</a:t>
            </a:r>
            <a:endParaRPr b="0" lang="en-US" sz="40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</p:txBody>
      </p:sp>
      <p:pic>
        <p:nvPicPr>
          <p:cNvPr id="198" name="Picture 3" descr=""/>
          <p:cNvPicPr/>
          <p:nvPr/>
        </p:nvPicPr>
        <p:blipFill>
          <a:blip r:embed="rId1"/>
          <a:stretch/>
        </p:blipFill>
        <p:spPr>
          <a:xfrm>
            <a:off x="5334120" y="3276720"/>
            <a:ext cx="1980720" cy="1139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99" name="Picture 4" descr=""/>
          <p:cNvPicPr/>
          <p:nvPr/>
        </p:nvPicPr>
        <p:blipFill>
          <a:blip r:embed="rId2"/>
          <a:stretch/>
        </p:blipFill>
        <p:spPr>
          <a:xfrm>
            <a:off x="762120" y="2209680"/>
            <a:ext cx="3885840" cy="3636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0" name="Rectangle 5"/>
          <p:cNvSpPr/>
          <p:nvPr/>
        </p:nvSpPr>
        <p:spPr>
          <a:xfrm>
            <a:off x="457200" y="1295280"/>
            <a:ext cx="7940160" cy="60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182880" indent="-182880" defTabSz="914400">
              <a:lnSpc>
                <a:spcPct val="90000"/>
              </a:lnSpc>
              <a:spcBef>
                <a:spcPts val="1199"/>
              </a:spcBef>
              <a:buClr>
                <a:srgbClr val="9e3611"/>
              </a:buClr>
              <a:buSzPct val="85000"/>
              <a:buFont typeface="Wingdings" charset="2"/>
              <a:buChar char="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Rockwell"/>
              </a:rPr>
              <a:t>How to evaluate the integral of f(x)?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" indent="-182880" defTabSz="914400">
              <a:lnSpc>
                <a:spcPct val="90000"/>
              </a:lnSpc>
              <a:spcBef>
                <a:spcPts val="1199"/>
              </a:spcBef>
              <a:buClr>
                <a:srgbClr val="9e3611"/>
              </a:buClr>
              <a:buSzPct val="85000"/>
              <a:buFont typeface="Wingdings" charset="2"/>
              <a:buChar char="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Rockwell"/>
              </a:rPr>
              <a:t>For some integrals there is no solution, only an estimated value…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PlaceHolder 1"/>
          <p:cNvSpPr>
            <a:spLocks noGrp="1"/>
          </p:cNvSpPr>
          <p:nvPr>
            <p:ph/>
          </p:nvPr>
        </p:nvSpPr>
        <p:spPr>
          <a:xfrm>
            <a:off x="746280" y="620640"/>
            <a:ext cx="7560360" cy="1007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92500" lnSpcReduction="9999"/>
          </a:bodyPr>
          <a:p>
            <a:pPr indent="0" defTabSz="914400">
              <a:lnSpc>
                <a:spcPct val="90000"/>
              </a:lnSpc>
              <a:spcBef>
                <a:spcPts val="1199"/>
              </a:spcBef>
              <a:buNone/>
              <a:tabLst>
                <a:tab algn="l" pos="0"/>
              </a:tabLst>
            </a:pPr>
            <a:r>
              <a:rPr b="1" lang="en-US" sz="4000" strike="noStrike" u="none">
                <a:solidFill>
                  <a:schemeClr val="dk1"/>
                </a:solidFill>
                <a:effectLst/>
                <a:uFillTx/>
                <a:latin typeface="Rockwell"/>
              </a:rPr>
              <a:t>Example: integral of a function</a:t>
            </a:r>
            <a:endParaRPr b="0" lang="en-US" sz="40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</p:txBody>
      </p:sp>
      <p:sp>
        <p:nvSpPr>
          <p:cNvPr id="202" name="Rectangle 5"/>
          <p:cNvSpPr/>
          <p:nvPr/>
        </p:nvSpPr>
        <p:spPr>
          <a:xfrm>
            <a:off x="457200" y="1295280"/>
            <a:ext cx="7940160" cy="60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182880" indent="-182880" defTabSz="914400">
              <a:lnSpc>
                <a:spcPct val="90000"/>
              </a:lnSpc>
              <a:spcBef>
                <a:spcPts val="1199"/>
              </a:spcBef>
              <a:buClr>
                <a:srgbClr val="9e3611"/>
              </a:buClr>
              <a:buSzPct val="85000"/>
              <a:buFont typeface="Wingdings" charset="2"/>
              <a:buChar char="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Rockwell"/>
              </a:rPr>
              <a:t>Idea: generate random points and check how many are below the curve of the function (grey area)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" indent="-182880" defTabSz="914400">
              <a:lnSpc>
                <a:spcPct val="90000"/>
              </a:lnSpc>
              <a:spcBef>
                <a:spcPts val="1199"/>
              </a:spcBef>
              <a:buClr>
                <a:srgbClr val="9e3611"/>
              </a:buClr>
              <a:buSzPct val="85000"/>
              <a:buFont typeface="Wingdings" charset="2"/>
              <a:buChar char="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Rockwell"/>
              </a:rPr>
              <a:t>Estimate the area based on the portion of points in the grey area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203" name="Object 3"/>
          <p:cNvGraphicFramePr/>
          <p:nvPr/>
        </p:nvGraphicFramePr>
        <p:xfrm>
          <a:off x="2514600" y="2288160"/>
          <a:ext cx="4462200" cy="3389400"/>
        </p:xfrm>
        <a:graphic>
          <a:graphicData uri="http://schemas.openxmlformats.org/presentationml/2006/ole">
            <p:oleObj r:id="rId1" spid="">
              <p:embed/>
              <p:pic>
                <p:nvPicPr>
                  <p:cNvPr id="204" name="Object 3" descr=""/>
                  <p:cNvPicPr/>
                  <p:nvPr/>
                </p:nvPicPr>
                <p:blipFill>
                  <a:blip r:embed="rId2"/>
                  <a:stretch/>
                </p:blipFill>
                <p:spPr>
                  <a:xfrm>
                    <a:off x="2514600" y="2288160"/>
                    <a:ext cx="4462200" cy="3389400"/>
                  </a:xfrm>
                  <a:prstGeom prst="rect">
                    <a:avLst/>
                  </a:prstGeom>
                  <a:noFill/>
                  <a:ln w="0">
                    <a:noFill/>
                  </a:ln>
                </p:spPr>
              </p:pic>
            </p:oleObj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PlaceHolder 1"/>
          <p:cNvSpPr>
            <a:spLocks noGrp="1"/>
          </p:cNvSpPr>
          <p:nvPr>
            <p:ph/>
          </p:nvPr>
        </p:nvSpPr>
        <p:spPr>
          <a:xfrm>
            <a:off x="380880" y="620640"/>
            <a:ext cx="8152920" cy="1007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92500" lnSpcReduction="9999"/>
          </a:bodyPr>
          <a:p>
            <a:pPr indent="0" defTabSz="914400">
              <a:lnSpc>
                <a:spcPct val="90000"/>
              </a:lnSpc>
              <a:spcBef>
                <a:spcPts val="1199"/>
              </a:spcBef>
              <a:buNone/>
              <a:tabLst>
                <a:tab algn="l" pos="0"/>
              </a:tabLst>
            </a:pPr>
            <a:r>
              <a:rPr b="1" lang="en-US" sz="4000" strike="noStrike" u="none">
                <a:solidFill>
                  <a:schemeClr val="dk1"/>
                </a:solidFill>
                <a:effectLst/>
                <a:uFillTx/>
                <a:latin typeface="Rockwell"/>
              </a:rPr>
              <a:t>Another possible MM approach</a:t>
            </a:r>
            <a:endParaRPr b="0" lang="en-US" sz="40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</p:txBody>
      </p:sp>
      <p:sp>
        <p:nvSpPr>
          <p:cNvPr id="206" name="PlaceHolder 2"/>
          <p:cNvSpPr>
            <a:spLocks noGrp="1"/>
          </p:cNvSpPr>
          <p:nvPr>
            <p:ph/>
          </p:nvPr>
        </p:nvSpPr>
        <p:spPr>
          <a:xfrm>
            <a:off x="637200" y="1447920"/>
            <a:ext cx="7561080" cy="3816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90000"/>
              </a:lnSpc>
              <a:spcBef>
                <a:spcPts val="1199"/>
              </a:spcBef>
              <a:buClr>
                <a:srgbClr val="9e3611"/>
              </a:buClr>
              <a:buSzPct val="85000"/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Rockwell"/>
              </a:rPr>
              <a:t>We can approximate by taking the average or the expected value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  <a:p>
            <a:pPr indent="0" defTabSz="914400">
              <a:lnSpc>
                <a:spcPct val="90000"/>
              </a:lnSpc>
              <a:spcBef>
                <a:spcPts val="1199"/>
              </a:spcBef>
              <a:buNone/>
            </a:pPr>
            <a:endParaRPr b="0" lang="en-US" sz="24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</p:txBody>
      </p:sp>
      <p:pic>
        <p:nvPicPr>
          <p:cNvPr id="207" name="Picture 4" descr=""/>
          <p:cNvPicPr/>
          <p:nvPr/>
        </p:nvPicPr>
        <p:blipFill>
          <a:blip r:embed="rId1"/>
          <a:stretch/>
        </p:blipFill>
        <p:spPr>
          <a:xfrm>
            <a:off x="838080" y="2133720"/>
            <a:ext cx="4857480" cy="3657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8" name="TextBox 7"/>
          <p:cNvSpPr/>
          <p:nvPr/>
        </p:nvSpPr>
        <p:spPr>
          <a:xfrm>
            <a:off x="4800600" y="3969360"/>
            <a:ext cx="3997440" cy="879840"/>
          </a:xfrm>
          <a:prstGeom prst="rect">
            <a:avLst/>
          </a:pr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0" lang="en-IE" sz="1800" strike="noStrike" u="none">
                <a:solidFill>
                  <a:srgbClr val="ffffff">
                    <a:alpha val="1000"/>
                  </a:srgbClr>
                </a:solidFill>
                <a:effectLst/>
                <a:uFillTx/>
                <a:latin typeface="Rockwell"/>
              </a:rPr>
              <a:t> 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TextBox 8"/>
          <p:cNvSpPr/>
          <p:nvPr/>
        </p:nvSpPr>
        <p:spPr>
          <a:xfrm>
            <a:off x="1507680" y="5314320"/>
            <a:ext cx="2895120" cy="47124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Rockwell"/>
              </a:rPr>
              <a:t>    </a:t>
            </a:r>
            <a:r>
              <a:rPr b="0" lang="en-US" sz="2500" strike="noStrike" u="none">
                <a:solidFill>
                  <a:schemeClr val="dk1"/>
                </a:solidFill>
                <a:effectLst/>
                <a:uFillTx/>
                <a:latin typeface="Rockwell"/>
              </a:rPr>
              <a:t>a                        b</a:t>
            </a:r>
            <a:endParaRPr b="0" lang="en-US" sz="2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PlaceHolder 1"/>
          <p:cNvSpPr>
            <a:spLocks noGrp="1"/>
          </p:cNvSpPr>
          <p:nvPr>
            <p:ph/>
          </p:nvPr>
        </p:nvSpPr>
        <p:spPr>
          <a:xfrm>
            <a:off x="746280" y="620640"/>
            <a:ext cx="7560360" cy="1007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90000"/>
              </a:lnSpc>
              <a:spcBef>
                <a:spcPts val="1199"/>
              </a:spcBef>
              <a:buNone/>
              <a:tabLst>
                <a:tab algn="l" pos="0"/>
              </a:tabLst>
            </a:pPr>
            <a:r>
              <a:rPr b="1" lang="en-US" sz="4000" strike="noStrike" u="none">
                <a:solidFill>
                  <a:schemeClr val="dk1"/>
                </a:solidFill>
                <a:effectLst/>
                <a:uFillTx/>
                <a:latin typeface="Rockwell"/>
              </a:rPr>
              <a:t>Estimate the average E(f(x))</a:t>
            </a:r>
            <a:endParaRPr b="0" lang="en-US" sz="40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</p:txBody>
      </p:sp>
      <p:sp>
        <p:nvSpPr>
          <p:cNvPr id="211" name="Rectangle 5"/>
          <p:cNvSpPr/>
          <p:nvPr/>
        </p:nvSpPr>
        <p:spPr>
          <a:xfrm>
            <a:off x="457200" y="1523880"/>
            <a:ext cx="7940160" cy="60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182880" indent="-182880" defTabSz="914400">
              <a:lnSpc>
                <a:spcPct val="90000"/>
              </a:lnSpc>
              <a:spcBef>
                <a:spcPts val="1199"/>
              </a:spcBef>
              <a:buClr>
                <a:srgbClr val="9e3611"/>
              </a:buClr>
              <a:buSzPct val="85000"/>
              <a:buFont typeface="Wingdings" charset="2"/>
              <a:buChar char="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Rockwell"/>
              </a:rPr>
              <a:t>We can estimate the average E(f(x)) using MM simulation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" indent="-182880" defTabSz="914400">
              <a:lnSpc>
                <a:spcPct val="90000"/>
              </a:lnSpc>
              <a:spcBef>
                <a:spcPts val="1199"/>
              </a:spcBef>
              <a:buClr>
                <a:srgbClr val="9e3611"/>
              </a:buClr>
              <a:buSzPct val="85000"/>
              <a:buFont typeface="Wingdings" charset="2"/>
              <a:buChar char="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Rockwell"/>
              </a:rPr>
              <a:t>We take N points and we average them to estimate E(f(x))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1199"/>
              </a:spcBef>
            </a:pP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12" name="Picture 4" descr=""/>
          <p:cNvPicPr/>
          <p:nvPr/>
        </p:nvPicPr>
        <p:blipFill>
          <a:blip r:embed="rId1"/>
          <a:stretch/>
        </p:blipFill>
        <p:spPr>
          <a:xfrm>
            <a:off x="874080" y="2362320"/>
            <a:ext cx="4406400" cy="3409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3" name="TextBox 4"/>
          <p:cNvSpPr/>
          <p:nvPr/>
        </p:nvSpPr>
        <p:spPr>
          <a:xfrm>
            <a:off x="5486400" y="4067280"/>
            <a:ext cx="3124440" cy="1079280"/>
          </a:xfrm>
          <a:prstGeom prst="rect">
            <a:avLst/>
          </a:pr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0" lang="en-IE" sz="1800" strike="noStrike" u="none">
                <a:solidFill>
                  <a:srgbClr val="ffffff">
                    <a:alpha val="1000"/>
                  </a:srgbClr>
                </a:solidFill>
                <a:effectLst/>
                <a:uFillTx/>
                <a:latin typeface="Rockwell"/>
              </a:rPr>
              <a:t> 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PlaceHolder 1"/>
          <p:cNvSpPr>
            <a:spLocks noGrp="1"/>
          </p:cNvSpPr>
          <p:nvPr>
            <p:ph/>
          </p:nvPr>
        </p:nvSpPr>
        <p:spPr>
          <a:xfrm>
            <a:off x="762120" y="406080"/>
            <a:ext cx="8152920" cy="1007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90000"/>
              </a:lnSpc>
              <a:spcBef>
                <a:spcPts val="1199"/>
              </a:spcBef>
              <a:buNone/>
              <a:tabLst>
                <a:tab algn="l" pos="0"/>
              </a:tabLst>
            </a:pPr>
            <a:r>
              <a:rPr b="1" lang="en-US" sz="4000" strike="noStrike" u="none">
                <a:solidFill>
                  <a:schemeClr val="dk1"/>
                </a:solidFill>
                <a:effectLst/>
                <a:uFillTx/>
                <a:latin typeface="Rockwell"/>
              </a:rPr>
              <a:t>A better way of sampling</a:t>
            </a:r>
            <a:endParaRPr b="0" lang="en-US" sz="40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</p:txBody>
      </p:sp>
      <p:sp>
        <p:nvSpPr>
          <p:cNvPr id="215" name="PlaceHolder 2"/>
          <p:cNvSpPr>
            <a:spLocks noGrp="1"/>
          </p:cNvSpPr>
          <p:nvPr>
            <p:ph/>
          </p:nvPr>
        </p:nvSpPr>
        <p:spPr>
          <a:xfrm>
            <a:off x="533520" y="1219320"/>
            <a:ext cx="8152920" cy="444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343080" indent="-343080" defTabSz="914400">
              <a:lnSpc>
                <a:spcPct val="90000"/>
              </a:lnSpc>
              <a:spcBef>
                <a:spcPts val="1199"/>
              </a:spcBef>
              <a:buClr>
                <a:srgbClr val="9e3611"/>
              </a:buClr>
              <a:buSzPct val="85000"/>
              <a:buFont typeface="Arial"/>
              <a:buChar char="•"/>
            </a:pPr>
            <a:r>
              <a:rPr b="0" lang="en-US" sz="1900" strike="noStrike" u="none">
                <a:solidFill>
                  <a:schemeClr val="dk1"/>
                </a:solidFill>
                <a:effectLst/>
                <a:uFillTx/>
                <a:latin typeface="Rockwell"/>
              </a:rPr>
              <a:t>Instead of creating sample simulation completely random, there are other ways that can reduce the error of the simulations</a:t>
            </a:r>
            <a:endParaRPr b="0" lang="en-US" sz="19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  <a:p>
            <a:pPr marL="343080" indent="-343080" defTabSz="914400">
              <a:lnSpc>
                <a:spcPct val="90000"/>
              </a:lnSpc>
              <a:spcBef>
                <a:spcPts val="1199"/>
              </a:spcBef>
              <a:buClr>
                <a:srgbClr val="9e3611"/>
              </a:buClr>
              <a:buSzPct val="85000"/>
              <a:buFont typeface="Arial"/>
              <a:buChar char="•"/>
            </a:pPr>
            <a:r>
              <a:rPr b="0" lang="en-US" sz="1900" strike="noStrike" u="none">
                <a:solidFill>
                  <a:schemeClr val="dk1"/>
                </a:solidFill>
                <a:effectLst/>
                <a:uFillTx/>
                <a:latin typeface="Rockwell"/>
              </a:rPr>
              <a:t>Important Sampling: Sample more in the functions have more important values</a:t>
            </a:r>
            <a:endParaRPr b="0" lang="en-US" sz="19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  <a:p>
            <a:pPr marL="343080" indent="-343080" defTabSz="914400">
              <a:lnSpc>
                <a:spcPct val="90000"/>
              </a:lnSpc>
              <a:spcBef>
                <a:spcPts val="1199"/>
              </a:spcBef>
              <a:buClr>
                <a:srgbClr val="9e3611"/>
              </a:buClr>
              <a:buSzPct val="85000"/>
              <a:buFont typeface="Arial"/>
              <a:buChar char="•"/>
            </a:pPr>
            <a:r>
              <a:rPr b="0" lang="en-US" sz="1900" strike="noStrike" u="none">
                <a:solidFill>
                  <a:schemeClr val="dk1"/>
                </a:solidFill>
                <a:effectLst/>
                <a:uFillTx/>
                <a:latin typeface="Rockwell"/>
              </a:rPr>
              <a:t>Stratified Sampling: Partition the range of data into smaller domains intervals and apply MM simulation to each of them</a:t>
            </a:r>
            <a:endParaRPr b="0" lang="en-US" sz="19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  <a:p>
            <a:pPr indent="0" defTabSz="914400">
              <a:lnSpc>
                <a:spcPct val="90000"/>
              </a:lnSpc>
              <a:spcBef>
                <a:spcPts val="1199"/>
              </a:spcBef>
              <a:buNone/>
            </a:pPr>
            <a:endParaRPr b="0" lang="en-US" sz="19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</p:txBody>
      </p:sp>
      <p:graphicFrame>
        <p:nvGraphicFramePr>
          <p:cNvPr id="216" name="Object 4"/>
          <p:cNvGraphicFramePr/>
          <p:nvPr/>
        </p:nvGraphicFramePr>
        <p:xfrm>
          <a:off x="1219320" y="3308760"/>
          <a:ext cx="2989080" cy="2526480"/>
        </p:xfrm>
        <a:graphic>
          <a:graphicData uri="http://schemas.openxmlformats.org/presentationml/2006/ole">
            <p:oleObj r:id="rId1" spid="">
              <p:embed/>
              <p:pic>
                <p:nvPicPr>
                  <p:cNvPr id="217" name="Object 4" descr=""/>
                  <p:cNvPicPr/>
                  <p:nvPr/>
                </p:nvPicPr>
                <p:blipFill>
                  <a:blip r:embed="rId2"/>
                  <a:stretch/>
                </p:blipFill>
                <p:spPr>
                  <a:xfrm>
                    <a:off x="1219320" y="3308760"/>
                    <a:ext cx="2989080" cy="2526480"/>
                  </a:xfrm>
                  <a:prstGeom prst="rect">
                    <a:avLst/>
                  </a:prstGeom>
                  <a:noFill/>
                  <a:ln w="0">
                    <a:noFill/>
                  </a:ln>
                </p:spPr>
              </p:pic>
            </p:oleObj>
          </a:graphicData>
        </a:graphic>
      </p:graphicFrame>
      <p:graphicFrame>
        <p:nvGraphicFramePr>
          <p:cNvPr id="218" name="Object 4"/>
          <p:cNvGraphicFramePr/>
          <p:nvPr/>
        </p:nvGraphicFramePr>
        <p:xfrm>
          <a:off x="5175720" y="3287520"/>
          <a:ext cx="2824920" cy="2541960"/>
        </p:xfrm>
        <a:graphic>
          <a:graphicData uri="http://schemas.openxmlformats.org/presentationml/2006/ole">
            <p:oleObj r:id="rId3" spid="">
              <p:embed/>
              <p:pic>
                <p:nvPicPr>
                  <p:cNvPr id="219" name="Object 4" descr=""/>
                  <p:cNvPicPr/>
                  <p:nvPr/>
                </p:nvPicPr>
                <p:blipFill>
                  <a:blip r:embed="rId4"/>
                  <a:stretch/>
                </p:blipFill>
                <p:spPr>
                  <a:xfrm>
                    <a:off x="5175720" y="3287520"/>
                    <a:ext cx="2824920" cy="2541960"/>
                  </a:xfrm>
                  <a:prstGeom prst="rect">
                    <a:avLst/>
                  </a:prstGeom>
                  <a:noFill/>
                  <a:ln w="0">
                    <a:noFill/>
                  </a:ln>
                </p:spPr>
              </p:pic>
            </p:oleObj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PlaceHolder 1"/>
          <p:cNvSpPr>
            <a:spLocks noGrp="1"/>
          </p:cNvSpPr>
          <p:nvPr>
            <p:ph/>
          </p:nvPr>
        </p:nvSpPr>
        <p:spPr>
          <a:xfrm>
            <a:off x="746280" y="620640"/>
            <a:ext cx="7560360" cy="1007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90000"/>
              </a:lnSpc>
              <a:spcBef>
                <a:spcPts val="1199"/>
              </a:spcBef>
              <a:buNone/>
              <a:tabLst>
                <a:tab algn="l" pos="0"/>
              </a:tabLst>
            </a:pPr>
            <a:r>
              <a:rPr b="1" lang="en-US" sz="4000" strike="noStrike" u="none">
                <a:solidFill>
                  <a:schemeClr val="dk1"/>
                </a:solidFill>
                <a:effectLst/>
                <a:uFillTx/>
                <a:latin typeface="Rockwell"/>
              </a:rPr>
              <a:t>MonteCarlo integration</a:t>
            </a:r>
            <a:endParaRPr b="0" lang="en-US" sz="40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</p:txBody>
      </p:sp>
      <p:sp>
        <p:nvSpPr>
          <p:cNvPr id="221" name="Rectangle 3"/>
          <p:cNvSpPr/>
          <p:nvPr/>
        </p:nvSpPr>
        <p:spPr>
          <a:xfrm>
            <a:off x="1314360" y="3556080"/>
            <a:ext cx="7411680" cy="145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182880" indent="-182880" defTabSz="914400">
              <a:lnSpc>
                <a:spcPct val="80000"/>
              </a:lnSpc>
              <a:spcBef>
                <a:spcPts val="1199"/>
              </a:spcBef>
              <a:buClr>
                <a:srgbClr val="9e3611"/>
              </a:buClr>
              <a:buSzPct val="85000"/>
              <a:buFont typeface="Wingdings" charset="2"/>
              <a:buChar char="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Rockwell"/>
              </a:rPr>
              <a:t>I</a:t>
            </a:r>
            <a:r>
              <a:rPr b="0" lang="en-US" sz="2000" strike="noStrike" u="none" baseline="-25000">
                <a:solidFill>
                  <a:schemeClr val="dk1"/>
                </a:solidFill>
                <a:effectLst/>
                <a:uFillTx/>
                <a:latin typeface="Rockwell"/>
              </a:rPr>
              <a:t>m</a:t>
            </a: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Rockwell"/>
              </a:rPr>
              <a:t> = Monte Carlo estimate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" indent="-182880" defTabSz="914400">
              <a:lnSpc>
                <a:spcPct val="80000"/>
              </a:lnSpc>
              <a:spcBef>
                <a:spcPts val="1199"/>
              </a:spcBef>
              <a:buClr>
                <a:srgbClr val="9e3611"/>
              </a:buClr>
              <a:buSzPct val="85000"/>
              <a:buFont typeface="Wingdings" charset="2"/>
              <a:buChar char="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Rockwell"/>
              </a:rPr>
              <a:t>N = number of samples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" indent="-182880" defTabSz="914400">
              <a:lnSpc>
                <a:spcPct val="80000"/>
              </a:lnSpc>
              <a:spcBef>
                <a:spcPts val="1199"/>
              </a:spcBef>
              <a:buClr>
                <a:srgbClr val="9e3611"/>
              </a:buClr>
              <a:buSzPct val="85000"/>
              <a:buFont typeface="Wingdings" charset="2"/>
              <a:buChar char="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Rockwell"/>
              </a:rPr>
              <a:t>x</a:t>
            </a:r>
            <a:r>
              <a:rPr b="0" lang="en-US" sz="2000" strike="noStrike" u="none" baseline="-25000">
                <a:solidFill>
                  <a:schemeClr val="dk1"/>
                </a:solidFill>
                <a:effectLst/>
                <a:uFillTx/>
                <a:latin typeface="Rockwell"/>
              </a:rPr>
              <a:t>1</a:t>
            </a: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Rockwell"/>
              </a:rPr>
              <a:t>, x</a:t>
            </a:r>
            <a:r>
              <a:rPr b="0" lang="en-US" sz="2000" strike="noStrike" u="none" baseline="-25000">
                <a:solidFill>
                  <a:schemeClr val="dk1"/>
                </a:solidFill>
                <a:effectLst/>
                <a:uFillTx/>
                <a:latin typeface="Rockwell"/>
              </a:rPr>
              <a:t>2</a:t>
            </a: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Rockwell"/>
              </a:rPr>
              <a:t>, …, x</a:t>
            </a:r>
            <a:r>
              <a:rPr b="0" lang="en-US" sz="2000" strike="noStrike" u="none" baseline="-25000">
                <a:solidFill>
                  <a:schemeClr val="dk1"/>
                </a:solidFill>
                <a:effectLst/>
                <a:uFillTx/>
                <a:latin typeface="Rockwell"/>
              </a:rPr>
              <a:t>N</a:t>
            </a: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Rockwell"/>
              </a:rPr>
              <a:t> are uniformly distributed random numbers between a and b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22" name="Picture 4" descr=""/>
          <p:cNvPicPr/>
          <p:nvPr/>
        </p:nvPicPr>
        <p:blipFill>
          <a:blip r:embed="rId1"/>
          <a:stretch/>
        </p:blipFill>
        <p:spPr>
          <a:xfrm>
            <a:off x="1676520" y="1511280"/>
            <a:ext cx="2819160" cy="19173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23" name="Picture 5" descr=""/>
          <p:cNvPicPr/>
          <p:nvPr/>
        </p:nvPicPr>
        <p:blipFill>
          <a:blip r:embed="rId2"/>
          <a:stretch/>
        </p:blipFill>
        <p:spPr>
          <a:xfrm>
            <a:off x="1066680" y="5105520"/>
            <a:ext cx="2057040" cy="707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4" name="TextBox 8"/>
          <p:cNvSpPr/>
          <p:nvPr/>
        </p:nvSpPr>
        <p:spPr>
          <a:xfrm>
            <a:off x="3429000" y="5334120"/>
            <a:ext cx="5181120" cy="63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Rockwell"/>
              </a:rPr>
              <a:t>The more simulations, the better is the estimate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PlaceHolder 1"/>
          <p:cNvSpPr>
            <a:spLocks noGrp="1"/>
          </p:cNvSpPr>
          <p:nvPr>
            <p:ph/>
          </p:nvPr>
        </p:nvSpPr>
        <p:spPr>
          <a:xfrm>
            <a:off x="457200" y="620640"/>
            <a:ext cx="8457840" cy="1007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92500" lnSpcReduction="9999"/>
          </a:bodyPr>
          <a:p>
            <a:pPr indent="0" defTabSz="914400">
              <a:lnSpc>
                <a:spcPct val="90000"/>
              </a:lnSpc>
              <a:spcBef>
                <a:spcPts val="1199"/>
              </a:spcBef>
              <a:buNone/>
              <a:tabLst>
                <a:tab algn="l" pos="0"/>
              </a:tabLst>
            </a:pPr>
            <a:r>
              <a:rPr b="1" lang="en-US" sz="4000" strike="noStrike" u="none">
                <a:solidFill>
                  <a:schemeClr val="dk1"/>
                </a:solidFill>
                <a:effectLst/>
                <a:uFillTx/>
                <a:latin typeface="Rockwell"/>
              </a:rPr>
              <a:t>Recap: variance and std. deviation</a:t>
            </a:r>
            <a:endParaRPr b="0" lang="en-US" sz="40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</p:txBody>
      </p:sp>
      <p:sp>
        <p:nvSpPr>
          <p:cNvPr id="226" name="PlaceHolder 2"/>
          <p:cNvSpPr>
            <a:spLocks noGrp="1"/>
          </p:cNvSpPr>
          <p:nvPr>
            <p:ph/>
          </p:nvPr>
        </p:nvSpPr>
        <p:spPr>
          <a:xfrm>
            <a:off x="755640" y="1447920"/>
            <a:ext cx="7930800" cy="4212720"/>
          </a:xfrm>
          <a:prstGeom prst="rect">
            <a:avLst/>
          </a:prstGeom>
          <a:blipFill rotWithShape="0">
            <a:blip r:embed="rId1"/>
            <a:stretch>
              <a:fillRect l="-540" t="-3187"/>
            </a:stretch>
          </a:blipFill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90000"/>
              </a:lnSpc>
              <a:spcBef>
                <a:spcPts val="1199"/>
              </a:spcBef>
              <a:buClr>
                <a:srgbClr val="9e3611"/>
              </a:buClr>
              <a:buSzPct val="85000"/>
              <a:buFont typeface="Arial"/>
              <a:buChar char="•"/>
            </a:pPr>
            <a:r>
              <a:rPr b="0" lang="en-IE" sz="2400" strike="noStrike" u="none">
                <a:solidFill>
                  <a:schemeClr val="dk1">
                    <a:alpha val="1000"/>
                  </a:schemeClr>
                </a:solidFill>
                <a:effectLst/>
                <a:uFillTx/>
                <a:latin typeface="Rockwell"/>
              </a:rPr>
              <a:t> 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PlaceHolder 1"/>
          <p:cNvSpPr>
            <a:spLocks noGrp="1"/>
          </p:cNvSpPr>
          <p:nvPr>
            <p:ph/>
          </p:nvPr>
        </p:nvSpPr>
        <p:spPr>
          <a:xfrm>
            <a:off x="746280" y="279000"/>
            <a:ext cx="7560360" cy="676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199"/>
              </a:spcBef>
              <a:buNone/>
              <a:tabLst>
                <a:tab algn="l" pos="0"/>
              </a:tabLst>
            </a:pPr>
            <a:r>
              <a:rPr b="1" lang="en-US" sz="4000" strike="noStrike" u="none">
                <a:solidFill>
                  <a:schemeClr val="dk1"/>
                </a:solidFill>
                <a:effectLst/>
                <a:uFillTx/>
                <a:latin typeface="Rockwell"/>
              </a:rPr>
              <a:t>Variance</a:t>
            </a:r>
            <a:endParaRPr b="0" lang="en-US" sz="40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</p:txBody>
      </p:sp>
      <p:pic>
        <p:nvPicPr>
          <p:cNvPr id="228" name="Picture 2" descr="Normal Distribution - VrcAcademy"/>
          <p:cNvPicPr/>
          <p:nvPr/>
        </p:nvPicPr>
        <p:blipFill>
          <a:blip r:embed="rId1"/>
          <a:stretch/>
        </p:blipFill>
        <p:spPr>
          <a:xfrm>
            <a:off x="4968360" y="2070000"/>
            <a:ext cx="3762000" cy="3012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9" name="Rectangle 3"/>
          <p:cNvSpPr/>
          <p:nvPr/>
        </p:nvSpPr>
        <p:spPr>
          <a:xfrm>
            <a:off x="838080" y="1690560"/>
            <a:ext cx="3139560" cy="1752120"/>
          </a:xfrm>
          <a:prstGeom prst="rect">
            <a:avLst/>
          </a:prstGeom>
          <a:solidFill>
            <a:schemeClr val="lt1"/>
          </a:solidFill>
          <a:ln w="126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IE" sz="18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</p:txBody>
      </p:sp>
      <p:cxnSp>
        <p:nvCxnSpPr>
          <p:cNvPr id="230" name="Straight Connector 5"/>
          <p:cNvCxnSpPr/>
          <p:nvPr/>
        </p:nvCxnSpPr>
        <p:spPr>
          <a:xfrm>
            <a:off x="624960" y="2604600"/>
            <a:ext cx="3657960" cy="360"/>
          </a:xfrm>
          <a:prstGeom prst="straightConnector1">
            <a:avLst/>
          </a:prstGeom>
          <a:ln w="28440">
            <a:solidFill>
              <a:schemeClr val="accent1"/>
            </a:solidFill>
            <a:round/>
          </a:ln>
        </p:spPr>
      </p:cxnSp>
      <p:sp>
        <p:nvSpPr>
          <p:cNvPr id="231" name="Oval 6"/>
          <p:cNvSpPr/>
          <p:nvPr/>
        </p:nvSpPr>
        <p:spPr>
          <a:xfrm>
            <a:off x="1006200" y="1842840"/>
            <a:ext cx="75960" cy="75960"/>
          </a:xfrm>
          <a:prstGeom prst="ellipse">
            <a:avLst/>
          </a:prstGeom>
          <a:solidFill>
            <a:schemeClr val="accent1"/>
          </a:solidFill>
          <a:ln w="12600">
            <a:solidFill>
              <a:schemeClr val="accent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8640" bIns="8640" anchor="ctr">
            <a:noAutofit/>
          </a:bodyPr>
          <a:p>
            <a:endParaRPr b="0" lang="en-IE" sz="1800" strike="noStrike" u="none">
              <a:solidFill>
                <a:schemeClr val="lt1"/>
              </a:solidFill>
              <a:effectLst/>
              <a:uFillTx/>
              <a:latin typeface="Rockwell"/>
            </a:endParaRPr>
          </a:p>
        </p:txBody>
      </p:sp>
      <p:sp>
        <p:nvSpPr>
          <p:cNvPr id="232" name="Oval 7"/>
          <p:cNvSpPr/>
          <p:nvPr/>
        </p:nvSpPr>
        <p:spPr>
          <a:xfrm>
            <a:off x="3749400" y="2071440"/>
            <a:ext cx="75960" cy="75960"/>
          </a:xfrm>
          <a:prstGeom prst="ellipse">
            <a:avLst/>
          </a:prstGeom>
          <a:solidFill>
            <a:schemeClr val="accent1"/>
          </a:solidFill>
          <a:ln w="12600">
            <a:solidFill>
              <a:schemeClr val="accent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8640" bIns="8640" anchor="ctr">
            <a:noAutofit/>
          </a:bodyPr>
          <a:p>
            <a:endParaRPr b="0" lang="en-IE" sz="1800" strike="noStrike" u="none">
              <a:solidFill>
                <a:schemeClr val="lt1"/>
              </a:solidFill>
              <a:effectLst/>
              <a:uFillTx/>
              <a:latin typeface="Rockwell"/>
            </a:endParaRPr>
          </a:p>
        </p:txBody>
      </p:sp>
      <p:sp>
        <p:nvSpPr>
          <p:cNvPr id="233" name="Oval 8"/>
          <p:cNvSpPr/>
          <p:nvPr/>
        </p:nvSpPr>
        <p:spPr>
          <a:xfrm>
            <a:off x="1158840" y="1995120"/>
            <a:ext cx="75960" cy="75960"/>
          </a:xfrm>
          <a:prstGeom prst="ellipse">
            <a:avLst/>
          </a:prstGeom>
          <a:solidFill>
            <a:schemeClr val="accent1"/>
          </a:solidFill>
          <a:ln w="12600">
            <a:solidFill>
              <a:schemeClr val="accent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8640" bIns="8640" anchor="ctr">
            <a:noAutofit/>
          </a:bodyPr>
          <a:p>
            <a:endParaRPr b="0" lang="en-IE" sz="1800" strike="noStrike" u="none">
              <a:solidFill>
                <a:schemeClr val="lt1"/>
              </a:solidFill>
              <a:effectLst/>
              <a:uFillTx/>
              <a:latin typeface="Rockwell"/>
            </a:endParaRPr>
          </a:p>
        </p:txBody>
      </p:sp>
      <p:sp>
        <p:nvSpPr>
          <p:cNvPr id="234" name="Oval 9"/>
          <p:cNvSpPr/>
          <p:nvPr/>
        </p:nvSpPr>
        <p:spPr>
          <a:xfrm>
            <a:off x="1311120" y="2147760"/>
            <a:ext cx="75960" cy="75960"/>
          </a:xfrm>
          <a:prstGeom prst="ellipse">
            <a:avLst/>
          </a:prstGeom>
          <a:solidFill>
            <a:schemeClr val="accent1"/>
          </a:solidFill>
          <a:ln w="12600">
            <a:solidFill>
              <a:schemeClr val="accent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8640" bIns="8640" anchor="ctr">
            <a:noAutofit/>
          </a:bodyPr>
          <a:p>
            <a:endParaRPr b="0" lang="en-IE" sz="1800" strike="noStrike" u="none">
              <a:solidFill>
                <a:schemeClr val="lt1"/>
              </a:solidFill>
              <a:effectLst/>
              <a:uFillTx/>
              <a:latin typeface="Rockwell"/>
            </a:endParaRPr>
          </a:p>
        </p:txBody>
      </p:sp>
      <p:sp>
        <p:nvSpPr>
          <p:cNvPr id="235" name="Oval 10"/>
          <p:cNvSpPr/>
          <p:nvPr/>
        </p:nvSpPr>
        <p:spPr>
          <a:xfrm>
            <a:off x="1616040" y="2452320"/>
            <a:ext cx="75960" cy="75960"/>
          </a:xfrm>
          <a:prstGeom prst="ellipse">
            <a:avLst/>
          </a:prstGeom>
          <a:solidFill>
            <a:schemeClr val="accent1"/>
          </a:solidFill>
          <a:ln w="12600">
            <a:solidFill>
              <a:schemeClr val="accent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8640" bIns="8640" anchor="ctr">
            <a:noAutofit/>
          </a:bodyPr>
          <a:p>
            <a:endParaRPr b="0" lang="en-IE" sz="1800" strike="noStrike" u="none">
              <a:solidFill>
                <a:schemeClr val="lt1"/>
              </a:solidFill>
              <a:effectLst/>
              <a:uFillTx/>
              <a:latin typeface="Rockwell"/>
            </a:endParaRPr>
          </a:p>
        </p:txBody>
      </p:sp>
      <p:sp>
        <p:nvSpPr>
          <p:cNvPr id="236" name="Oval 11"/>
          <p:cNvSpPr/>
          <p:nvPr/>
        </p:nvSpPr>
        <p:spPr>
          <a:xfrm>
            <a:off x="1960920" y="2110320"/>
            <a:ext cx="75960" cy="75960"/>
          </a:xfrm>
          <a:prstGeom prst="ellipse">
            <a:avLst/>
          </a:prstGeom>
          <a:solidFill>
            <a:schemeClr val="accent1"/>
          </a:solidFill>
          <a:ln w="12600">
            <a:solidFill>
              <a:schemeClr val="accent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8640" bIns="8640" anchor="ctr">
            <a:noAutofit/>
          </a:bodyPr>
          <a:p>
            <a:endParaRPr b="0" lang="en-IE" sz="1800" strike="noStrike" u="none">
              <a:solidFill>
                <a:schemeClr val="lt1"/>
              </a:solidFill>
              <a:effectLst/>
              <a:uFillTx/>
              <a:latin typeface="Rockwell"/>
            </a:endParaRPr>
          </a:p>
        </p:txBody>
      </p:sp>
      <p:sp>
        <p:nvSpPr>
          <p:cNvPr id="237" name="Oval 12"/>
          <p:cNvSpPr/>
          <p:nvPr/>
        </p:nvSpPr>
        <p:spPr>
          <a:xfrm>
            <a:off x="3458880" y="2467440"/>
            <a:ext cx="75960" cy="75960"/>
          </a:xfrm>
          <a:prstGeom prst="ellipse">
            <a:avLst/>
          </a:prstGeom>
          <a:solidFill>
            <a:schemeClr val="accent1"/>
          </a:solidFill>
          <a:ln w="12600">
            <a:solidFill>
              <a:schemeClr val="accent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8640" bIns="8640" anchor="ctr">
            <a:noAutofit/>
          </a:bodyPr>
          <a:p>
            <a:endParaRPr b="0" lang="en-IE" sz="1800" strike="noStrike" u="none">
              <a:solidFill>
                <a:schemeClr val="lt1"/>
              </a:solidFill>
              <a:effectLst/>
              <a:uFillTx/>
              <a:latin typeface="Rockwell"/>
            </a:endParaRPr>
          </a:p>
        </p:txBody>
      </p:sp>
      <p:sp>
        <p:nvSpPr>
          <p:cNvPr id="238" name="Oval 13"/>
          <p:cNvSpPr/>
          <p:nvPr/>
        </p:nvSpPr>
        <p:spPr>
          <a:xfrm>
            <a:off x="2987640" y="1919160"/>
            <a:ext cx="75960" cy="75960"/>
          </a:xfrm>
          <a:prstGeom prst="ellipse">
            <a:avLst/>
          </a:prstGeom>
          <a:solidFill>
            <a:schemeClr val="accent1"/>
          </a:solidFill>
          <a:ln w="12600">
            <a:solidFill>
              <a:schemeClr val="accent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8640" bIns="8640" anchor="ctr">
            <a:noAutofit/>
          </a:bodyPr>
          <a:p>
            <a:endParaRPr b="0" lang="en-IE" sz="1800" strike="noStrike" u="none">
              <a:solidFill>
                <a:schemeClr val="lt1"/>
              </a:solidFill>
              <a:effectLst/>
              <a:uFillTx/>
              <a:latin typeface="Rockwell"/>
            </a:endParaRPr>
          </a:p>
        </p:txBody>
      </p:sp>
      <p:sp>
        <p:nvSpPr>
          <p:cNvPr id="239" name="Oval 14"/>
          <p:cNvSpPr/>
          <p:nvPr/>
        </p:nvSpPr>
        <p:spPr>
          <a:xfrm>
            <a:off x="2408040" y="2414160"/>
            <a:ext cx="75960" cy="75960"/>
          </a:xfrm>
          <a:prstGeom prst="ellipse">
            <a:avLst/>
          </a:prstGeom>
          <a:solidFill>
            <a:schemeClr val="accent1"/>
          </a:solidFill>
          <a:ln w="12600">
            <a:solidFill>
              <a:schemeClr val="accent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8640" bIns="8640" anchor="ctr">
            <a:noAutofit/>
          </a:bodyPr>
          <a:p>
            <a:endParaRPr b="0" lang="en-IE" sz="1800" strike="noStrike" u="none">
              <a:solidFill>
                <a:schemeClr val="lt1"/>
              </a:solidFill>
              <a:effectLst/>
              <a:uFillTx/>
              <a:latin typeface="Rockwell"/>
            </a:endParaRPr>
          </a:p>
        </p:txBody>
      </p:sp>
      <p:sp>
        <p:nvSpPr>
          <p:cNvPr id="240" name="Oval 15"/>
          <p:cNvSpPr/>
          <p:nvPr/>
        </p:nvSpPr>
        <p:spPr>
          <a:xfrm>
            <a:off x="2834640" y="2357640"/>
            <a:ext cx="75960" cy="75960"/>
          </a:xfrm>
          <a:prstGeom prst="ellipse">
            <a:avLst/>
          </a:prstGeom>
          <a:solidFill>
            <a:schemeClr val="accent1"/>
          </a:solidFill>
          <a:ln w="12600">
            <a:solidFill>
              <a:schemeClr val="accent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8640" bIns="8640" anchor="ctr">
            <a:noAutofit/>
          </a:bodyPr>
          <a:p>
            <a:endParaRPr b="0" lang="en-IE" sz="1800" strike="noStrike" u="none">
              <a:solidFill>
                <a:schemeClr val="lt1"/>
              </a:solidFill>
              <a:effectLst/>
              <a:uFillTx/>
              <a:latin typeface="Rockwell"/>
            </a:endParaRPr>
          </a:p>
        </p:txBody>
      </p:sp>
      <p:grpSp>
        <p:nvGrpSpPr>
          <p:cNvPr id="241" name="Group 26"/>
          <p:cNvGrpSpPr/>
          <p:nvPr/>
        </p:nvGrpSpPr>
        <p:grpSpPr>
          <a:xfrm>
            <a:off x="930240" y="2714760"/>
            <a:ext cx="2819160" cy="700560"/>
            <a:chOff x="930240" y="2714760"/>
            <a:chExt cx="2819160" cy="700560"/>
          </a:xfrm>
        </p:grpSpPr>
        <p:sp>
          <p:nvSpPr>
            <p:cNvPr id="242" name="Oval 16"/>
            <p:cNvSpPr/>
            <p:nvPr/>
          </p:nvSpPr>
          <p:spPr>
            <a:xfrm rot="10800000">
              <a:off x="3673440" y="3339360"/>
              <a:ext cx="75960" cy="75960"/>
            </a:xfrm>
            <a:prstGeom prst="ellipse">
              <a:avLst/>
            </a:prstGeom>
            <a:solidFill>
              <a:schemeClr val="accent1"/>
            </a:solidFill>
            <a:ln w="12600">
              <a:solidFill>
                <a:schemeClr val="accent1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8640" bIns="8640" anchor="ctr">
              <a:noAutofit/>
            </a:bodyPr>
            <a:p>
              <a:endParaRPr b="0" lang="en-IE" sz="1800" strike="noStrike" u="none">
                <a:solidFill>
                  <a:schemeClr val="lt1"/>
                </a:solidFill>
                <a:effectLst/>
                <a:uFillTx/>
                <a:latin typeface="Rockwell"/>
              </a:endParaRPr>
            </a:p>
          </p:txBody>
        </p:sp>
        <p:sp>
          <p:nvSpPr>
            <p:cNvPr id="243" name="Oval 17"/>
            <p:cNvSpPr/>
            <p:nvPr/>
          </p:nvSpPr>
          <p:spPr>
            <a:xfrm rot="10800000">
              <a:off x="930240" y="3110760"/>
              <a:ext cx="75960" cy="75960"/>
            </a:xfrm>
            <a:prstGeom prst="ellipse">
              <a:avLst/>
            </a:prstGeom>
            <a:solidFill>
              <a:schemeClr val="accent1"/>
            </a:solidFill>
            <a:ln w="12600">
              <a:solidFill>
                <a:schemeClr val="accent1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8640" bIns="8640" anchor="ctr">
              <a:noAutofit/>
            </a:bodyPr>
            <a:p>
              <a:endParaRPr b="0" lang="en-IE" sz="1800" strike="noStrike" u="none">
                <a:solidFill>
                  <a:schemeClr val="lt1"/>
                </a:solidFill>
                <a:effectLst/>
                <a:uFillTx/>
                <a:latin typeface="Rockwell"/>
              </a:endParaRPr>
            </a:p>
          </p:txBody>
        </p:sp>
        <p:sp>
          <p:nvSpPr>
            <p:cNvPr id="244" name="Oval 18"/>
            <p:cNvSpPr/>
            <p:nvPr/>
          </p:nvSpPr>
          <p:spPr>
            <a:xfrm rot="10800000">
              <a:off x="3521160" y="3187080"/>
              <a:ext cx="75960" cy="75960"/>
            </a:xfrm>
            <a:prstGeom prst="ellipse">
              <a:avLst/>
            </a:prstGeom>
            <a:solidFill>
              <a:schemeClr val="accent1"/>
            </a:solidFill>
            <a:ln w="12600">
              <a:solidFill>
                <a:schemeClr val="accent1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8640" bIns="8640" anchor="ctr">
              <a:noAutofit/>
            </a:bodyPr>
            <a:p>
              <a:endParaRPr b="0" lang="en-IE" sz="1800" strike="noStrike" u="none">
                <a:solidFill>
                  <a:schemeClr val="lt1"/>
                </a:solidFill>
                <a:effectLst/>
                <a:uFillTx/>
                <a:latin typeface="Rockwell"/>
              </a:endParaRPr>
            </a:p>
          </p:txBody>
        </p:sp>
        <p:sp>
          <p:nvSpPr>
            <p:cNvPr id="245" name="Oval 19"/>
            <p:cNvSpPr/>
            <p:nvPr/>
          </p:nvSpPr>
          <p:spPr>
            <a:xfrm rot="10800000">
              <a:off x="3368880" y="3034440"/>
              <a:ext cx="75960" cy="75960"/>
            </a:xfrm>
            <a:prstGeom prst="ellipse">
              <a:avLst/>
            </a:prstGeom>
            <a:solidFill>
              <a:schemeClr val="accent1"/>
            </a:solidFill>
            <a:ln w="12600">
              <a:solidFill>
                <a:schemeClr val="accent1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8640" bIns="8640" anchor="ctr">
              <a:noAutofit/>
            </a:bodyPr>
            <a:p>
              <a:endParaRPr b="0" lang="en-IE" sz="1800" strike="noStrike" u="none">
                <a:solidFill>
                  <a:schemeClr val="lt1"/>
                </a:solidFill>
                <a:effectLst/>
                <a:uFillTx/>
                <a:latin typeface="Rockwell"/>
              </a:endParaRPr>
            </a:p>
          </p:txBody>
        </p:sp>
        <p:sp>
          <p:nvSpPr>
            <p:cNvPr id="246" name="Oval 20"/>
            <p:cNvSpPr/>
            <p:nvPr/>
          </p:nvSpPr>
          <p:spPr>
            <a:xfrm rot="10800000">
              <a:off x="3063960" y="2729880"/>
              <a:ext cx="75960" cy="75960"/>
            </a:xfrm>
            <a:prstGeom prst="ellipse">
              <a:avLst/>
            </a:prstGeom>
            <a:solidFill>
              <a:schemeClr val="accent1"/>
            </a:solidFill>
            <a:ln w="12600">
              <a:solidFill>
                <a:schemeClr val="accent1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8640" bIns="8640" anchor="ctr">
              <a:noAutofit/>
            </a:bodyPr>
            <a:p>
              <a:endParaRPr b="0" lang="en-IE" sz="1800" strike="noStrike" u="none">
                <a:solidFill>
                  <a:schemeClr val="lt1"/>
                </a:solidFill>
                <a:effectLst/>
                <a:uFillTx/>
                <a:latin typeface="Rockwell"/>
              </a:endParaRPr>
            </a:p>
          </p:txBody>
        </p:sp>
        <p:sp>
          <p:nvSpPr>
            <p:cNvPr id="247" name="Oval 21"/>
            <p:cNvSpPr/>
            <p:nvPr/>
          </p:nvSpPr>
          <p:spPr>
            <a:xfrm rot="10800000">
              <a:off x="2719080" y="3071880"/>
              <a:ext cx="75960" cy="75960"/>
            </a:xfrm>
            <a:prstGeom prst="ellipse">
              <a:avLst/>
            </a:prstGeom>
            <a:solidFill>
              <a:schemeClr val="accent1"/>
            </a:solidFill>
            <a:ln w="12600">
              <a:solidFill>
                <a:schemeClr val="accent1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8640" bIns="8640" anchor="ctr">
              <a:noAutofit/>
            </a:bodyPr>
            <a:p>
              <a:endParaRPr b="0" lang="en-IE" sz="1800" strike="noStrike" u="none">
                <a:solidFill>
                  <a:schemeClr val="lt1"/>
                </a:solidFill>
                <a:effectLst/>
                <a:uFillTx/>
                <a:latin typeface="Rockwell"/>
              </a:endParaRPr>
            </a:p>
          </p:txBody>
        </p:sp>
        <p:sp>
          <p:nvSpPr>
            <p:cNvPr id="248" name="Oval 22"/>
            <p:cNvSpPr/>
            <p:nvPr/>
          </p:nvSpPr>
          <p:spPr>
            <a:xfrm rot="10800000">
              <a:off x="1221120" y="2714760"/>
              <a:ext cx="75960" cy="75960"/>
            </a:xfrm>
            <a:prstGeom prst="ellipse">
              <a:avLst/>
            </a:prstGeom>
            <a:solidFill>
              <a:schemeClr val="accent1"/>
            </a:solidFill>
            <a:ln w="12600">
              <a:solidFill>
                <a:schemeClr val="accent1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8640" bIns="8640" anchor="ctr">
              <a:noAutofit/>
            </a:bodyPr>
            <a:p>
              <a:endParaRPr b="0" lang="en-IE" sz="1800" strike="noStrike" u="none">
                <a:solidFill>
                  <a:schemeClr val="lt1"/>
                </a:solidFill>
                <a:effectLst/>
                <a:uFillTx/>
                <a:latin typeface="Rockwell"/>
              </a:endParaRPr>
            </a:p>
          </p:txBody>
        </p:sp>
        <p:sp>
          <p:nvSpPr>
            <p:cNvPr id="249" name="Oval 23"/>
            <p:cNvSpPr/>
            <p:nvPr/>
          </p:nvSpPr>
          <p:spPr>
            <a:xfrm rot="10800000">
              <a:off x="1692360" y="3263040"/>
              <a:ext cx="75960" cy="75960"/>
            </a:xfrm>
            <a:prstGeom prst="ellipse">
              <a:avLst/>
            </a:prstGeom>
            <a:solidFill>
              <a:schemeClr val="accent1"/>
            </a:solidFill>
            <a:ln w="12600">
              <a:solidFill>
                <a:schemeClr val="accent1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8640" bIns="8640" anchor="ctr">
              <a:noAutofit/>
            </a:bodyPr>
            <a:p>
              <a:endParaRPr b="0" lang="en-IE" sz="1800" strike="noStrike" u="none">
                <a:solidFill>
                  <a:schemeClr val="lt1"/>
                </a:solidFill>
                <a:effectLst/>
                <a:uFillTx/>
                <a:latin typeface="Rockwell"/>
              </a:endParaRPr>
            </a:p>
          </p:txBody>
        </p:sp>
        <p:sp>
          <p:nvSpPr>
            <p:cNvPr id="250" name="Oval 24"/>
            <p:cNvSpPr/>
            <p:nvPr/>
          </p:nvSpPr>
          <p:spPr>
            <a:xfrm rot="10800000">
              <a:off x="2271600" y="2767680"/>
              <a:ext cx="75960" cy="75960"/>
            </a:xfrm>
            <a:prstGeom prst="ellipse">
              <a:avLst/>
            </a:prstGeom>
            <a:solidFill>
              <a:schemeClr val="accent1"/>
            </a:solidFill>
            <a:ln w="12600">
              <a:solidFill>
                <a:schemeClr val="accent1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8640" bIns="8640" anchor="ctr">
              <a:noAutofit/>
            </a:bodyPr>
            <a:p>
              <a:endParaRPr b="0" lang="en-IE" sz="1800" strike="noStrike" u="none">
                <a:solidFill>
                  <a:schemeClr val="lt1"/>
                </a:solidFill>
                <a:effectLst/>
                <a:uFillTx/>
                <a:latin typeface="Rockwell"/>
              </a:endParaRPr>
            </a:p>
          </p:txBody>
        </p:sp>
        <p:sp>
          <p:nvSpPr>
            <p:cNvPr id="251" name="Oval 25"/>
            <p:cNvSpPr/>
            <p:nvPr/>
          </p:nvSpPr>
          <p:spPr>
            <a:xfrm rot="10800000">
              <a:off x="1845360" y="2824560"/>
              <a:ext cx="75960" cy="75960"/>
            </a:xfrm>
            <a:prstGeom prst="ellipse">
              <a:avLst/>
            </a:prstGeom>
            <a:solidFill>
              <a:schemeClr val="accent1"/>
            </a:solidFill>
            <a:ln w="12600">
              <a:solidFill>
                <a:schemeClr val="accent1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8640" bIns="8640" anchor="ctr">
              <a:noAutofit/>
            </a:bodyPr>
            <a:p>
              <a:endParaRPr b="0" lang="en-IE" sz="1800" strike="noStrike" u="none">
                <a:solidFill>
                  <a:schemeClr val="lt1"/>
                </a:solidFill>
                <a:effectLst/>
                <a:uFillTx/>
                <a:latin typeface="Rockwell"/>
              </a:endParaRPr>
            </a:p>
          </p:txBody>
        </p:sp>
      </p:grpSp>
      <p:sp>
        <p:nvSpPr>
          <p:cNvPr id="252" name="Rectangle 27"/>
          <p:cNvSpPr/>
          <p:nvPr/>
        </p:nvSpPr>
        <p:spPr>
          <a:xfrm>
            <a:off x="838080" y="3637080"/>
            <a:ext cx="3139560" cy="1752120"/>
          </a:xfrm>
          <a:prstGeom prst="rect">
            <a:avLst/>
          </a:prstGeom>
          <a:solidFill>
            <a:schemeClr val="lt1"/>
          </a:solidFill>
          <a:ln w="126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IE" sz="18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</p:txBody>
      </p:sp>
      <p:cxnSp>
        <p:nvCxnSpPr>
          <p:cNvPr id="253" name="Straight Connector 28"/>
          <p:cNvCxnSpPr/>
          <p:nvPr/>
        </p:nvCxnSpPr>
        <p:spPr>
          <a:xfrm>
            <a:off x="624960" y="4551480"/>
            <a:ext cx="3657960" cy="360"/>
          </a:xfrm>
          <a:prstGeom prst="straightConnector1">
            <a:avLst/>
          </a:prstGeom>
          <a:ln w="28440">
            <a:solidFill>
              <a:schemeClr val="accent1"/>
            </a:solidFill>
            <a:round/>
          </a:ln>
        </p:spPr>
      </p:cxnSp>
      <p:grpSp>
        <p:nvGrpSpPr>
          <p:cNvPr id="254" name="Group 39"/>
          <p:cNvGrpSpPr/>
          <p:nvPr/>
        </p:nvGrpSpPr>
        <p:grpSpPr>
          <a:xfrm>
            <a:off x="930240" y="4572360"/>
            <a:ext cx="2819160" cy="304560"/>
            <a:chOff x="930240" y="4572360"/>
            <a:chExt cx="2819160" cy="304560"/>
          </a:xfrm>
        </p:grpSpPr>
        <p:sp>
          <p:nvSpPr>
            <p:cNvPr id="255" name="Oval 40"/>
            <p:cNvSpPr/>
            <p:nvPr/>
          </p:nvSpPr>
          <p:spPr>
            <a:xfrm rot="10800000">
              <a:off x="3673440" y="4800960"/>
              <a:ext cx="75960" cy="75960"/>
            </a:xfrm>
            <a:prstGeom prst="ellipse">
              <a:avLst/>
            </a:prstGeom>
            <a:solidFill>
              <a:schemeClr val="accent1"/>
            </a:solidFill>
            <a:ln w="12600">
              <a:solidFill>
                <a:schemeClr val="accent1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8640" bIns="8640" anchor="ctr">
              <a:noAutofit/>
            </a:bodyPr>
            <a:p>
              <a:endParaRPr b="0" lang="en-IE" sz="1800" strike="noStrike" u="none">
                <a:solidFill>
                  <a:schemeClr val="lt1"/>
                </a:solidFill>
                <a:effectLst/>
                <a:uFillTx/>
                <a:latin typeface="Rockwell"/>
              </a:endParaRPr>
            </a:p>
          </p:txBody>
        </p:sp>
        <p:sp>
          <p:nvSpPr>
            <p:cNvPr id="256" name="Oval 41"/>
            <p:cNvSpPr/>
            <p:nvPr/>
          </p:nvSpPr>
          <p:spPr>
            <a:xfrm rot="10800000">
              <a:off x="930240" y="4800960"/>
              <a:ext cx="75960" cy="75960"/>
            </a:xfrm>
            <a:prstGeom prst="ellipse">
              <a:avLst/>
            </a:prstGeom>
            <a:solidFill>
              <a:schemeClr val="accent1"/>
            </a:solidFill>
            <a:ln w="12600">
              <a:solidFill>
                <a:schemeClr val="accent1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8640" bIns="8640" anchor="ctr">
              <a:noAutofit/>
            </a:bodyPr>
            <a:p>
              <a:endParaRPr b="0" lang="en-IE" sz="1800" strike="noStrike" u="none">
                <a:solidFill>
                  <a:schemeClr val="lt1"/>
                </a:solidFill>
                <a:effectLst/>
                <a:uFillTx/>
                <a:latin typeface="Rockwell"/>
              </a:endParaRPr>
            </a:p>
          </p:txBody>
        </p:sp>
        <p:sp>
          <p:nvSpPr>
            <p:cNvPr id="257" name="Oval 42"/>
            <p:cNvSpPr/>
            <p:nvPr/>
          </p:nvSpPr>
          <p:spPr>
            <a:xfrm rot="10800000">
              <a:off x="3521160" y="4572360"/>
              <a:ext cx="75960" cy="75960"/>
            </a:xfrm>
            <a:prstGeom prst="ellipse">
              <a:avLst/>
            </a:prstGeom>
            <a:solidFill>
              <a:schemeClr val="accent1"/>
            </a:solidFill>
            <a:ln w="12600">
              <a:solidFill>
                <a:schemeClr val="accent1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8640" bIns="8640" anchor="ctr">
              <a:noAutofit/>
            </a:bodyPr>
            <a:p>
              <a:endParaRPr b="0" lang="en-IE" sz="1800" strike="noStrike" u="none">
                <a:solidFill>
                  <a:schemeClr val="lt1"/>
                </a:solidFill>
                <a:effectLst/>
                <a:uFillTx/>
                <a:latin typeface="Rockwell"/>
              </a:endParaRPr>
            </a:p>
          </p:txBody>
        </p:sp>
        <p:sp>
          <p:nvSpPr>
            <p:cNvPr id="258" name="Oval 43"/>
            <p:cNvSpPr/>
            <p:nvPr/>
          </p:nvSpPr>
          <p:spPr>
            <a:xfrm rot="10800000">
              <a:off x="3368880" y="4724640"/>
              <a:ext cx="75960" cy="75960"/>
            </a:xfrm>
            <a:prstGeom prst="ellipse">
              <a:avLst/>
            </a:prstGeom>
            <a:solidFill>
              <a:schemeClr val="accent1"/>
            </a:solidFill>
            <a:ln w="12600">
              <a:solidFill>
                <a:schemeClr val="accent1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8640" bIns="8640" anchor="ctr">
              <a:noAutofit/>
            </a:bodyPr>
            <a:p>
              <a:endParaRPr b="0" lang="en-IE" sz="1800" strike="noStrike" u="none">
                <a:solidFill>
                  <a:schemeClr val="lt1"/>
                </a:solidFill>
                <a:effectLst/>
                <a:uFillTx/>
                <a:latin typeface="Rockwell"/>
              </a:endParaRPr>
            </a:p>
          </p:txBody>
        </p:sp>
        <p:sp>
          <p:nvSpPr>
            <p:cNvPr id="259" name="Oval 44"/>
            <p:cNvSpPr/>
            <p:nvPr/>
          </p:nvSpPr>
          <p:spPr>
            <a:xfrm rot="10800000">
              <a:off x="3063960" y="4600440"/>
              <a:ext cx="75960" cy="75960"/>
            </a:xfrm>
            <a:prstGeom prst="ellipse">
              <a:avLst/>
            </a:prstGeom>
            <a:solidFill>
              <a:schemeClr val="accent1"/>
            </a:solidFill>
            <a:ln w="12600">
              <a:solidFill>
                <a:schemeClr val="accent1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8640" bIns="8640" anchor="ctr">
              <a:noAutofit/>
            </a:bodyPr>
            <a:p>
              <a:endParaRPr b="0" lang="en-IE" sz="1800" strike="noStrike" u="none">
                <a:solidFill>
                  <a:schemeClr val="lt1"/>
                </a:solidFill>
                <a:effectLst/>
                <a:uFillTx/>
                <a:latin typeface="Rockwell"/>
              </a:endParaRPr>
            </a:p>
          </p:txBody>
        </p:sp>
        <p:sp>
          <p:nvSpPr>
            <p:cNvPr id="260" name="Oval 45"/>
            <p:cNvSpPr/>
            <p:nvPr/>
          </p:nvSpPr>
          <p:spPr>
            <a:xfrm rot="10800000">
              <a:off x="2719080" y="4648320"/>
              <a:ext cx="75960" cy="75960"/>
            </a:xfrm>
            <a:prstGeom prst="ellipse">
              <a:avLst/>
            </a:prstGeom>
            <a:solidFill>
              <a:schemeClr val="accent1"/>
            </a:solidFill>
            <a:ln w="12600">
              <a:solidFill>
                <a:schemeClr val="accent1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8640" bIns="8640" anchor="ctr">
              <a:noAutofit/>
            </a:bodyPr>
            <a:p>
              <a:endParaRPr b="0" lang="en-IE" sz="1800" strike="noStrike" u="none">
                <a:solidFill>
                  <a:schemeClr val="lt1"/>
                </a:solidFill>
                <a:effectLst/>
                <a:uFillTx/>
                <a:latin typeface="Rockwell"/>
              </a:endParaRPr>
            </a:p>
          </p:txBody>
        </p:sp>
        <p:sp>
          <p:nvSpPr>
            <p:cNvPr id="261" name="Oval 46"/>
            <p:cNvSpPr/>
            <p:nvPr/>
          </p:nvSpPr>
          <p:spPr>
            <a:xfrm rot="10800000">
              <a:off x="1221120" y="4585320"/>
              <a:ext cx="75960" cy="75960"/>
            </a:xfrm>
            <a:prstGeom prst="ellipse">
              <a:avLst/>
            </a:prstGeom>
            <a:solidFill>
              <a:schemeClr val="accent1"/>
            </a:solidFill>
            <a:ln w="12600">
              <a:solidFill>
                <a:schemeClr val="accent1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8640" bIns="8640" anchor="ctr">
              <a:noAutofit/>
            </a:bodyPr>
            <a:p>
              <a:endParaRPr b="0" lang="en-IE" sz="1800" strike="noStrike" u="none">
                <a:solidFill>
                  <a:schemeClr val="lt1"/>
                </a:solidFill>
                <a:effectLst/>
                <a:uFillTx/>
                <a:latin typeface="Rockwell"/>
              </a:endParaRPr>
            </a:p>
          </p:txBody>
        </p:sp>
        <p:sp>
          <p:nvSpPr>
            <p:cNvPr id="262" name="Oval 47"/>
            <p:cNvSpPr/>
            <p:nvPr/>
          </p:nvSpPr>
          <p:spPr>
            <a:xfrm rot="10800000">
              <a:off x="1600560" y="4800960"/>
              <a:ext cx="75960" cy="75960"/>
            </a:xfrm>
            <a:prstGeom prst="ellipse">
              <a:avLst/>
            </a:prstGeom>
            <a:solidFill>
              <a:schemeClr val="accent1"/>
            </a:solidFill>
            <a:ln w="12600">
              <a:solidFill>
                <a:schemeClr val="accent1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8640" bIns="8640" anchor="ctr">
              <a:noAutofit/>
            </a:bodyPr>
            <a:p>
              <a:endParaRPr b="0" lang="en-IE" sz="1800" strike="noStrike" u="none">
                <a:solidFill>
                  <a:schemeClr val="lt1"/>
                </a:solidFill>
                <a:effectLst/>
                <a:uFillTx/>
                <a:latin typeface="Rockwell"/>
              </a:endParaRPr>
            </a:p>
          </p:txBody>
        </p:sp>
        <p:sp>
          <p:nvSpPr>
            <p:cNvPr id="263" name="Oval 48"/>
            <p:cNvSpPr/>
            <p:nvPr/>
          </p:nvSpPr>
          <p:spPr>
            <a:xfrm rot="10800000">
              <a:off x="2271600" y="4638240"/>
              <a:ext cx="75960" cy="75960"/>
            </a:xfrm>
            <a:prstGeom prst="ellipse">
              <a:avLst/>
            </a:prstGeom>
            <a:solidFill>
              <a:schemeClr val="accent1"/>
            </a:solidFill>
            <a:ln w="12600">
              <a:solidFill>
                <a:schemeClr val="accent1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8640" bIns="8640" anchor="ctr">
              <a:noAutofit/>
            </a:bodyPr>
            <a:p>
              <a:endParaRPr b="0" lang="en-IE" sz="1800" strike="noStrike" u="none">
                <a:solidFill>
                  <a:schemeClr val="lt1"/>
                </a:solidFill>
                <a:effectLst/>
                <a:uFillTx/>
                <a:latin typeface="Rockwell"/>
              </a:endParaRPr>
            </a:p>
          </p:txBody>
        </p:sp>
        <p:sp>
          <p:nvSpPr>
            <p:cNvPr id="264" name="Oval 49"/>
            <p:cNvSpPr/>
            <p:nvPr/>
          </p:nvSpPr>
          <p:spPr>
            <a:xfrm rot="10800000">
              <a:off x="1845360" y="4695120"/>
              <a:ext cx="75960" cy="75960"/>
            </a:xfrm>
            <a:prstGeom prst="ellipse">
              <a:avLst/>
            </a:prstGeom>
            <a:solidFill>
              <a:schemeClr val="accent1"/>
            </a:solidFill>
            <a:ln w="12600">
              <a:solidFill>
                <a:schemeClr val="accent1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8640" bIns="8640" anchor="ctr">
              <a:noAutofit/>
            </a:bodyPr>
            <a:p>
              <a:endParaRPr b="0" lang="en-IE" sz="1800" strike="noStrike" u="none">
                <a:solidFill>
                  <a:schemeClr val="lt1"/>
                </a:solidFill>
                <a:effectLst/>
                <a:uFillTx/>
                <a:latin typeface="Rockwell"/>
              </a:endParaRPr>
            </a:p>
          </p:txBody>
        </p:sp>
      </p:grpSp>
      <p:grpSp>
        <p:nvGrpSpPr>
          <p:cNvPr id="265" name="Group 50"/>
          <p:cNvGrpSpPr/>
          <p:nvPr/>
        </p:nvGrpSpPr>
        <p:grpSpPr>
          <a:xfrm>
            <a:off x="937800" y="4191120"/>
            <a:ext cx="2819160" cy="304560"/>
            <a:chOff x="937800" y="4191120"/>
            <a:chExt cx="2819160" cy="304560"/>
          </a:xfrm>
        </p:grpSpPr>
        <p:sp>
          <p:nvSpPr>
            <p:cNvPr id="266" name="Oval 51"/>
            <p:cNvSpPr/>
            <p:nvPr/>
          </p:nvSpPr>
          <p:spPr>
            <a:xfrm>
              <a:off x="937800" y="4191120"/>
              <a:ext cx="75960" cy="75960"/>
            </a:xfrm>
            <a:prstGeom prst="ellipse">
              <a:avLst/>
            </a:prstGeom>
            <a:solidFill>
              <a:schemeClr val="accent1"/>
            </a:solidFill>
            <a:ln w="12600">
              <a:solidFill>
                <a:schemeClr val="accent1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8640" bIns="8640" anchor="ctr">
              <a:noAutofit/>
            </a:bodyPr>
            <a:p>
              <a:endParaRPr b="0" lang="en-IE" sz="1800" strike="noStrike" u="none">
                <a:solidFill>
                  <a:schemeClr val="lt1"/>
                </a:solidFill>
                <a:effectLst/>
                <a:uFillTx/>
                <a:latin typeface="Rockwell"/>
              </a:endParaRPr>
            </a:p>
          </p:txBody>
        </p:sp>
        <p:sp>
          <p:nvSpPr>
            <p:cNvPr id="267" name="Oval 52"/>
            <p:cNvSpPr/>
            <p:nvPr/>
          </p:nvSpPr>
          <p:spPr>
            <a:xfrm>
              <a:off x="3681000" y="4191120"/>
              <a:ext cx="75960" cy="75960"/>
            </a:xfrm>
            <a:prstGeom prst="ellipse">
              <a:avLst/>
            </a:prstGeom>
            <a:solidFill>
              <a:schemeClr val="accent1"/>
            </a:solidFill>
            <a:ln w="12600">
              <a:solidFill>
                <a:schemeClr val="accent1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8640" bIns="8640" anchor="ctr">
              <a:noAutofit/>
            </a:bodyPr>
            <a:p>
              <a:endParaRPr b="0" lang="en-IE" sz="1800" strike="noStrike" u="none">
                <a:solidFill>
                  <a:schemeClr val="lt1"/>
                </a:solidFill>
                <a:effectLst/>
                <a:uFillTx/>
                <a:latin typeface="Rockwell"/>
              </a:endParaRPr>
            </a:p>
          </p:txBody>
        </p:sp>
        <p:sp>
          <p:nvSpPr>
            <p:cNvPr id="268" name="Oval 53"/>
            <p:cNvSpPr/>
            <p:nvPr/>
          </p:nvSpPr>
          <p:spPr>
            <a:xfrm>
              <a:off x="1090440" y="4419720"/>
              <a:ext cx="75960" cy="75960"/>
            </a:xfrm>
            <a:prstGeom prst="ellipse">
              <a:avLst/>
            </a:prstGeom>
            <a:solidFill>
              <a:schemeClr val="accent1"/>
            </a:solidFill>
            <a:ln w="12600">
              <a:solidFill>
                <a:schemeClr val="accent1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8640" bIns="8640" anchor="ctr">
              <a:noAutofit/>
            </a:bodyPr>
            <a:p>
              <a:endParaRPr b="0" lang="en-IE" sz="1800" strike="noStrike" u="none">
                <a:solidFill>
                  <a:schemeClr val="lt1"/>
                </a:solidFill>
                <a:effectLst/>
                <a:uFillTx/>
                <a:latin typeface="Rockwell"/>
              </a:endParaRPr>
            </a:p>
          </p:txBody>
        </p:sp>
        <p:sp>
          <p:nvSpPr>
            <p:cNvPr id="269" name="Oval 54"/>
            <p:cNvSpPr/>
            <p:nvPr/>
          </p:nvSpPr>
          <p:spPr>
            <a:xfrm>
              <a:off x="1242720" y="4267080"/>
              <a:ext cx="75960" cy="75960"/>
            </a:xfrm>
            <a:prstGeom prst="ellipse">
              <a:avLst/>
            </a:prstGeom>
            <a:solidFill>
              <a:schemeClr val="accent1"/>
            </a:solidFill>
            <a:ln w="12600">
              <a:solidFill>
                <a:schemeClr val="accent1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8640" bIns="8640" anchor="ctr">
              <a:noAutofit/>
            </a:bodyPr>
            <a:p>
              <a:endParaRPr b="0" lang="en-IE" sz="1800" strike="noStrike" u="none">
                <a:solidFill>
                  <a:schemeClr val="lt1"/>
                </a:solidFill>
                <a:effectLst/>
                <a:uFillTx/>
                <a:latin typeface="Rockwell"/>
              </a:endParaRPr>
            </a:p>
          </p:txBody>
        </p:sp>
        <p:sp>
          <p:nvSpPr>
            <p:cNvPr id="270" name="Oval 55"/>
            <p:cNvSpPr/>
            <p:nvPr/>
          </p:nvSpPr>
          <p:spPr>
            <a:xfrm>
              <a:off x="1547640" y="4391640"/>
              <a:ext cx="75960" cy="75960"/>
            </a:xfrm>
            <a:prstGeom prst="ellipse">
              <a:avLst/>
            </a:prstGeom>
            <a:solidFill>
              <a:schemeClr val="accent1"/>
            </a:solidFill>
            <a:ln w="12600">
              <a:solidFill>
                <a:schemeClr val="accent1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8640" bIns="8640" anchor="ctr">
              <a:noAutofit/>
            </a:bodyPr>
            <a:p>
              <a:endParaRPr b="0" lang="en-IE" sz="1800" strike="noStrike" u="none">
                <a:solidFill>
                  <a:schemeClr val="lt1"/>
                </a:solidFill>
                <a:effectLst/>
                <a:uFillTx/>
                <a:latin typeface="Rockwell"/>
              </a:endParaRPr>
            </a:p>
          </p:txBody>
        </p:sp>
        <p:sp>
          <p:nvSpPr>
            <p:cNvPr id="271" name="Oval 56"/>
            <p:cNvSpPr/>
            <p:nvPr/>
          </p:nvSpPr>
          <p:spPr>
            <a:xfrm>
              <a:off x="1892520" y="4343400"/>
              <a:ext cx="75960" cy="75960"/>
            </a:xfrm>
            <a:prstGeom prst="ellipse">
              <a:avLst/>
            </a:prstGeom>
            <a:solidFill>
              <a:schemeClr val="accent1"/>
            </a:solidFill>
            <a:ln w="12600">
              <a:solidFill>
                <a:schemeClr val="accent1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8640" bIns="8640" anchor="ctr">
              <a:noAutofit/>
            </a:bodyPr>
            <a:p>
              <a:endParaRPr b="0" lang="en-IE" sz="1800" strike="noStrike" u="none">
                <a:solidFill>
                  <a:schemeClr val="lt1"/>
                </a:solidFill>
                <a:effectLst/>
                <a:uFillTx/>
                <a:latin typeface="Rockwell"/>
              </a:endParaRPr>
            </a:p>
          </p:txBody>
        </p:sp>
        <p:sp>
          <p:nvSpPr>
            <p:cNvPr id="272" name="Oval 57"/>
            <p:cNvSpPr/>
            <p:nvPr/>
          </p:nvSpPr>
          <p:spPr>
            <a:xfrm>
              <a:off x="3390480" y="4406400"/>
              <a:ext cx="75960" cy="75960"/>
            </a:xfrm>
            <a:prstGeom prst="ellipse">
              <a:avLst/>
            </a:prstGeom>
            <a:solidFill>
              <a:schemeClr val="accent1"/>
            </a:solidFill>
            <a:ln w="12600">
              <a:solidFill>
                <a:schemeClr val="accent1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8640" bIns="8640" anchor="ctr">
              <a:noAutofit/>
            </a:bodyPr>
            <a:p>
              <a:endParaRPr b="0" lang="en-IE" sz="1800" strike="noStrike" u="none">
                <a:solidFill>
                  <a:schemeClr val="lt1"/>
                </a:solidFill>
                <a:effectLst/>
                <a:uFillTx/>
                <a:latin typeface="Rockwell"/>
              </a:endParaRPr>
            </a:p>
          </p:txBody>
        </p:sp>
        <p:sp>
          <p:nvSpPr>
            <p:cNvPr id="273" name="Oval 58"/>
            <p:cNvSpPr/>
            <p:nvPr/>
          </p:nvSpPr>
          <p:spPr>
            <a:xfrm>
              <a:off x="3011040" y="4191120"/>
              <a:ext cx="75960" cy="75960"/>
            </a:xfrm>
            <a:prstGeom prst="ellipse">
              <a:avLst/>
            </a:prstGeom>
            <a:solidFill>
              <a:schemeClr val="accent1"/>
            </a:solidFill>
            <a:ln w="12600">
              <a:solidFill>
                <a:schemeClr val="accent1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8640" bIns="8640" anchor="ctr">
              <a:noAutofit/>
            </a:bodyPr>
            <a:p>
              <a:endParaRPr b="0" lang="en-IE" sz="1800" strike="noStrike" u="none">
                <a:solidFill>
                  <a:schemeClr val="lt1"/>
                </a:solidFill>
                <a:effectLst/>
                <a:uFillTx/>
                <a:latin typeface="Rockwell"/>
              </a:endParaRPr>
            </a:p>
          </p:txBody>
        </p:sp>
        <p:sp>
          <p:nvSpPr>
            <p:cNvPr id="274" name="Oval 59"/>
            <p:cNvSpPr/>
            <p:nvPr/>
          </p:nvSpPr>
          <p:spPr>
            <a:xfrm>
              <a:off x="2339640" y="4353480"/>
              <a:ext cx="75960" cy="75960"/>
            </a:xfrm>
            <a:prstGeom prst="ellipse">
              <a:avLst/>
            </a:prstGeom>
            <a:solidFill>
              <a:schemeClr val="accent1"/>
            </a:solidFill>
            <a:ln w="12600">
              <a:solidFill>
                <a:schemeClr val="accent1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8640" bIns="8640" anchor="ctr">
              <a:noAutofit/>
            </a:bodyPr>
            <a:p>
              <a:endParaRPr b="0" lang="en-IE" sz="1800" strike="noStrike" u="none">
                <a:solidFill>
                  <a:schemeClr val="lt1"/>
                </a:solidFill>
                <a:effectLst/>
                <a:uFillTx/>
                <a:latin typeface="Rockwell"/>
              </a:endParaRPr>
            </a:p>
          </p:txBody>
        </p:sp>
        <p:sp>
          <p:nvSpPr>
            <p:cNvPr id="275" name="Oval 60"/>
            <p:cNvSpPr/>
            <p:nvPr/>
          </p:nvSpPr>
          <p:spPr>
            <a:xfrm>
              <a:off x="2766240" y="4296600"/>
              <a:ext cx="75960" cy="75960"/>
            </a:xfrm>
            <a:prstGeom prst="ellipse">
              <a:avLst/>
            </a:prstGeom>
            <a:solidFill>
              <a:schemeClr val="accent1"/>
            </a:solidFill>
            <a:ln w="12600">
              <a:solidFill>
                <a:schemeClr val="accent1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8640" bIns="8640" anchor="ctr">
              <a:noAutofit/>
            </a:bodyPr>
            <a:p>
              <a:endParaRPr b="0" lang="en-IE" sz="1800" strike="noStrike" u="none">
                <a:solidFill>
                  <a:schemeClr val="lt1"/>
                </a:solidFill>
                <a:effectLst/>
                <a:uFillTx/>
                <a:latin typeface="Rockwell"/>
              </a:endParaRPr>
            </a:p>
          </p:txBody>
        </p:sp>
      </p:grpSp>
      <p:sp>
        <p:nvSpPr>
          <p:cNvPr id="276" name="TextBox 61"/>
          <p:cNvSpPr/>
          <p:nvPr/>
        </p:nvSpPr>
        <p:spPr>
          <a:xfrm>
            <a:off x="3999600" y="2282760"/>
            <a:ext cx="88380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Rockwell"/>
              </a:rPr>
              <a:t>mean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7" name="TextBox 62"/>
          <p:cNvSpPr/>
          <p:nvPr/>
        </p:nvSpPr>
        <p:spPr>
          <a:xfrm>
            <a:off x="3972240" y="4168800"/>
            <a:ext cx="88380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Rockwell"/>
              </a:rPr>
              <a:t>mean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8" name="TextBox 58367"/>
          <p:cNvSpPr/>
          <p:nvPr/>
        </p:nvSpPr>
        <p:spPr>
          <a:xfrm>
            <a:off x="533520" y="917640"/>
            <a:ext cx="4266720" cy="63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Rockwell"/>
              </a:rPr>
              <a:t>What set of points have higher variance? (the mean is the same)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PlaceHolder 1"/>
          <p:cNvSpPr>
            <a:spLocks noGrp="1"/>
          </p:cNvSpPr>
          <p:nvPr>
            <p:ph/>
          </p:nvPr>
        </p:nvSpPr>
        <p:spPr>
          <a:xfrm>
            <a:off x="533520" y="620640"/>
            <a:ext cx="7773480" cy="1007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92500" lnSpcReduction="9999"/>
          </a:bodyPr>
          <a:p>
            <a:pPr indent="0" defTabSz="914400">
              <a:lnSpc>
                <a:spcPct val="90000"/>
              </a:lnSpc>
              <a:spcBef>
                <a:spcPts val="1199"/>
              </a:spcBef>
              <a:buNone/>
              <a:tabLst>
                <a:tab algn="l" pos="0"/>
              </a:tabLst>
            </a:pPr>
            <a:r>
              <a:rPr b="1" lang="en-US" sz="4000" strike="noStrike" u="none">
                <a:solidFill>
                  <a:schemeClr val="dk1"/>
                </a:solidFill>
                <a:effectLst/>
                <a:uFillTx/>
                <a:latin typeface="Rockwell"/>
              </a:rPr>
              <a:t>How many samples do we need?</a:t>
            </a:r>
            <a:endParaRPr b="0" lang="en-US" sz="40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</p:txBody>
      </p:sp>
      <p:sp>
        <p:nvSpPr>
          <p:cNvPr id="280" name="PlaceHolder 2"/>
          <p:cNvSpPr>
            <a:spLocks noGrp="1"/>
          </p:cNvSpPr>
          <p:nvPr>
            <p:ph/>
          </p:nvPr>
        </p:nvSpPr>
        <p:spPr>
          <a:xfrm>
            <a:off x="755640" y="1447920"/>
            <a:ext cx="7561080" cy="4343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85000" lnSpcReduction="9999"/>
          </a:bodyPr>
          <a:p>
            <a:pPr marL="343080" indent="-343080" defTabSz="914400">
              <a:lnSpc>
                <a:spcPct val="120000"/>
              </a:lnSpc>
              <a:spcBef>
                <a:spcPts val="601"/>
              </a:spcBef>
              <a:buClr>
                <a:srgbClr val="9e3611"/>
              </a:buClr>
              <a:buSzPct val="85000"/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Rockwell"/>
              </a:rPr>
              <a:t>Each time we rerun the Monte Carlo we get different results due to the inherent randomness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  <a:p>
            <a:pPr marL="343080" indent="-343080" defTabSz="914400">
              <a:lnSpc>
                <a:spcPct val="120000"/>
              </a:lnSpc>
              <a:spcBef>
                <a:spcPts val="601"/>
              </a:spcBef>
              <a:buClr>
                <a:srgbClr val="9e3611"/>
              </a:buClr>
              <a:buSzPct val="85000"/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Rockwell"/>
              </a:rPr>
              <a:t>How much confidence can we put on our estimates? How many samples do we need?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  <a:p>
            <a:pPr marL="343080" indent="-343080" defTabSz="914400">
              <a:lnSpc>
                <a:spcPct val="120000"/>
              </a:lnSpc>
              <a:spcBef>
                <a:spcPts val="601"/>
              </a:spcBef>
              <a:buClr>
                <a:srgbClr val="9e3611"/>
              </a:buClr>
              <a:buSzPct val="85000"/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Rockwell"/>
              </a:rPr>
              <a:t>Intuitions: the more sample, the surer about our estimate we are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  <a:p>
            <a:pPr marL="343080" indent="-343080" defTabSz="914400">
              <a:lnSpc>
                <a:spcPct val="120000"/>
              </a:lnSpc>
              <a:spcBef>
                <a:spcPts val="601"/>
              </a:spcBef>
              <a:buClr>
                <a:srgbClr val="9e3611"/>
              </a:buClr>
              <a:buSzPct val="85000"/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Rockwell"/>
              </a:rPr>
              <a:t>It also depends how different are the outputs of each simulation (=the variance of the simulations).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  <a:p>
            <a:pPr lvl="1" marL="457200" indent="-182880" defTabSz="914400">
              <a:lnSpc>
                <a:spcPct val="120000"/>
              </a:lnSpc>
              <a:spcBef>
                <a:spcPts val="601"/>
              </a:spcBef>
              <a:spcAft>
                <a:spcPts val="201"/>
              </a:spcAft>
              <a:buClr>
                <a:srgbClr val="9e3611"/>
              </a:buClr>
              <a:buSzPct val="85000"/>
              <a:buFont typeface="Wingdings" charset="2"/>
              <a:buChar char="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Rockwell"/>
              </a:rPr>
              <a:t>If they are pretty close to each other, we are more confident and we might need less trials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  <a:p>
            <a:pPr lvl="1" marL="457200" indent="-182880" defTabSz="914400">
              <a:lnSpc>
                <a:spcPct val="120000"/>
              </a:lnSpc>
              <a:spcBef>
                <a:spcPts val="601"/>
              </a:spcBef>
              <a:spcAft>
                <a:spcPts val="201"/>
              </a:spcAft>
              <a:buClr>
                <a:srgbClr val="9e3611"/>
              </a:buClr>
              <a:buSzPct val="85000"/>
              <a:buFont typeface="Wingdings" charset="2"/>
              <a:buChar char="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Rockwell"/>
              </a:rPr>
              <a:t>If they change dramatically, we might need more trials to be confident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PlaceHolder 1"/>
          <p:cNvSpPr>
            <a:spLocks noGrp="1"/>
          </p:cNvSpPr>
          <p:nvPr>
            <p:ph/>
          </p:nvPr>
        </p:nvSpPr>
        <p:spPr>
          <a:xfrm>
            <a:off x="746280" y="228600"/>
            <a:ext cx="8092440" cy="914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90000"/>
              </a:lnSpc>
              <a:spcBef>
                <a:spcPts val="1199"/>
              </a:spcBef>
              <a:buNone/>
              <a:tabLst>
                <a:tab algn="l" pos="0"/>
              </a:tabLst>
            </a:pPr>
            <a:r>
              <a:rPr b="1" lang="en-US" sz="4000" strike="noStrike" u="none">
                <a:solidFill>
                  <a:schemeClr val="dk1"/>
                </a:solidFill>
                <a:effectLst/>
                <a:uFillTx/>
                <a:latin typeface="Rockwell"/>
              </a:rPr>
              <a:t>Confidence interval</a:t>
            </a:r>
            <a:endParaRPr b="0" lang="en-US" sz="40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</p:txBody>
      </p:sp>
      <p:sp>
        <p:nvSpPr>
          <p:cNvPr id="282" name="PlaceHolder 2"/>
          <p:cNvSpPr>
            <a:spLocks noGrp="1"/>
          </p:cNvSpPr>
          <p:nvPr>
            <p:ph/>
          </p:nvPr>
        </p:nvSpPr>
        <p:spPr>
          <a:xfrm>
            <a:off x="265320" y="914400"/>
            <a:ext cx="8610120" cy="4005360"/>
          </a:xfrm>
          <a:prstGeom prst="rect">
            <a:avLst/>
          </a:prstGeom>
          <a:blipFill rotWithShape="0">
            <a:blip r:embed="rId1"/>
            <a:stretch/>
          </a:blipFill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90000"/>
              </a:lnSpc>
              <a:spcBef>
                <a:spcPts val="1199"/>
              </a:spcBef>
              <a:buClr>
                <a:srgbClr val="9e3611"/>
              </a:buClr>
              <a:buSzPct val="85000"/>
              <a:buFont typeface="Arial"/>
              <a:buChar char="•"/>
            </a:pPr>
            <a:r>
              <a:rPr b="0" lang="en-IE" sz="2400" strike="noStrike" u="none">
                <a:solidFill>
                  <a:schemeClr val="dk1">
                    <a:alpha val="1000"/>
                  </a:schemeClr>
                </a:solidFill>
                <a:effectLst/>
                <a:uFillTx/>
                <a:latin typeface="Rockwell"/>
              </a:rPr>
              <a:t> 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</p:txBody>
      </p:sp>
      <p:sp>
        <p:nvSpPr>
          <p:cNvPr id="283" name="TextBox 3"/>
          <p:cNvSpPr/>
          <p:nvPr/>
        </p:nvSpPr>
        <p:spPr>
          <a:xfrm>
            <a:off x="3670920" y="2201400"/>
            <a:ext cx="2243160" cy="550440"/>
          </a:xfrm>
          <a:prstGeom prst="rect">
            <a:avLst/>
          </a:pr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0" lang="en-IE" sz="1800" strike="noStrike" u="none">
                <a:solidFill>
                  <a:srgbClr val="ffffff">
                    <a:alpha val="1000"/>
                  </a:srgbClr>
                </a:solidFill>
                <a:effectLst/>
                <a:uFillTx/>
                <a:latin typeface="Rockwell"/>
              </a:rPr>
              <a:t> 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PlaceHolder 1"/>
          <p:cNvSpPr>
            <a:spLocks noGrp="1"/>
          </p:cNvSpPr>
          <p:nvPr>
            <p:ph/>
          </p:nvPr>
        </p:nvSpPr>
        <p:spPr>
          <a:xfrm>
            <a:off x="746280" y="620640"/>
            <a:ext cx="7560360" cy="1007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92500" lnSpcReduction="9999"/>
          </a:bodyPr>
          <a:p>
            <a:pPr indent="0" defTabSz="914400">
              <a:lnSpc>
                <a:spcPct val="90000"/>
              </a:lnSpc>
              <a:spcBef>
                <a:spcPts val="1199"/>
              </a:spcBef>
              <a:buNone/>
              <a:tabLst>
                <a:tab algn="l" pos="0"/>
              </a:tabLst>
            </a:pPr>
            <a:r>
              <a:rPr b="1" lang="en-US" sz="4000" strike="noStrike" u="none">
                <a:solidFill>
                  <a:schemeClr val="dk1"/>
                </a:solidFill>
                <a:effectLst/>
                <a:uFillTx/>
                <a:latin typeface="Rockwell"/>
              </a:rPr>
              <a:t>Values of z by confidence level</a:t>
            </a:r>
            <a:endParaRPr b="0" lang="en-US" sz="40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</p:txBody>
      </p:sp>
      <p:pic>
        <p:nvPicPr>
          <p:cNvPr id="285" name="Picture 2" descr="Showing confidence level and Critical Values (z-value) | Download Table"/>
          <p:cNvPicPr/>
          <p:nvPr/>
        </p:nvPicPr>
        <p:blipFill>
          <a:blip r:embed="rId1"/>
          <a:stretch/>
        </p:blipFill>
        <p:spPr>
          <a:xfrm>
            <a:off x="2647800" y="2076480"/>
            <a:ext cx="3847680" cy="27046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PlaceHolder 1"/>
          <p:cNvSpPr>
            <a:spLocks noGrp="1"/>
          </p:cNvSpPr>
          <p:nvPr>
            <p:ph/>
          </p:nvPr>
        </p:nvSpPr>
        <p:spPr>
          <a:xfrm>
            <a:off x="746280" y="620640"/>
            <a:ext cx="8092440" cy="1007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92500" lnSpcReduction="9999"/>
          </a:bodyPr>
          <a:p>
            <a:pPr indent="0" defTabSz="914400">
              <a:lnSpc>
                <a:spcPct val="90000"/>
              </a:lnSpc>
              <a:spcBef>
                <a:spcPts val="1199"/>
              </a:spcBef>
              <a:buNone/>
              <a:tabLst>
                <a:tab algn="l" pos="0"/>
              </a:tabLst>
            </a:pPr>
            <a:r>
              <a:rPr b="1" lang="en-US" sz="4000" strike="noStrike" u="none">
                <a:solidFill>
                  <a:schemeClr val="dk1"/>
                </a:solidFill>
                <a:effectLst/>
                <a:uFillTx/>
                <a:latin typeface="Rockwell"/>
              </a:rPr>
              <a:t>Confidence interval and variance</a:t>
            </a:r>
            <a:endParaRPr b="0" lang="en-US" sz="40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</p:txBody>
      </p:sp>
      <p:sp>
        <p:nvSpPr>
          <p:cNvPr id="287" name="PlaceHolder 2"/>
          <p:cNvSpPr>
            <a:spLocks noGrp="1"/>
          </p:cNvSpPr>
          <p:nvPr>
            <p:ph/>
          </p:nvPr>
        </p:nvSpPr>
        <p:spPr>
          <a:xfrm>
            <a:off x="533520" y="1371600"/>
            <a:ext cx="8457840" cy="3548160"/>
          </a:xfrm>
          <a:prstGeom prst="rect">
            <a:avLst/>
          </a:prstGeom>
          <a:blipFill rotWithShape="0">
            <a:blip r:embed="rId1"/>
            <a:stretch>
              <a:fillRect l="-361" b="-13920"/>
            </a:stretch>
          </a:blipFill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90000"/>
              </a:lnSpc>
              <a:spcBef>
                <a:spcPts val="1199"/>
              </a:spcBef>
              <a:buClr>
                <a:srgbClr val="9e3611"/>
              </a:buClr>
              <a:buSzPct val="85000"/>
              <a:buFont typeface="Arial"/>
              <a:buChar char="•"/>
            </a:pPr>
            <a:r>
              <a:rPr b="0" lang="en-IE" sz="2400" strike="noStrike" u="none">
                <a:solidFill>
                  <a:schemeClr val="dk1">
                    <a:alpha val="1000"/>
                  </a:schemeClr>
                </a:solidFill>
                <a:effectLst/>
                <a:uFillTx/>
                <a:latin typeface="Rockwell"/>
              </a:rPr>
              <a:t> 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PlaceHolder 1"/>
          <p:cNvSpPr>
            <a:spLocks noGrp="1"/>
          </p:cNvSpPr>
          <p:nvPr>
            <p:ph/>
          </p:nvPr>
        </p:nvSpPr>
        <p:spPr>
          <a:xfrm>
            <a:off x="746280" y="380880"/>
            <a:ext cx="7560360" cy="815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90000"/>
              </a:lnSpc>
              <a:spcBef>
                <a:spcPts val="1199"/>
              </a:spcBef>
              <a:buNone/>
              <a:tabLst>
                <a:tab algn="l" pos="0"/>
              </a:tabLst>
            </a:pPr>
            <a:r>
              <a:rPr b="1" lang="en-US" sz="4000" strike="noStrike" u="none">
                <a:solidFill>
                  <a:schemeClr val="dk1"/>
                </a:solidFill>
                <a:effectLst/>
                <a:uFillTx/>
                <a:latin typeface="Rockwell"/>
              </a:rPr>
              <a:t>Example /2</a:t>
            </a:r>
            <a:endParaRPr b="0" lang="en-US" sz="40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</p:txBody>
      </p:sp>
      <p:sp>
        <p:nvSpPr>
          <p:cNvPr id="289" name="PlaceHolder 2"/>
          <p:cNvSpPr>
            <a:spLocks noGrp="1"/>
          </p:cNvSpPr>
          <p:nvPr>
            <p:ph/>
          </p:nvPr>
        </p:nvSpPr>
        <p:spPr>
          <a:xfrm>
            <a:off x="304920" y="1197000"/>
            <a:ext cx="8229240" cy="4463640"/>
          </a:xfrm>
          <a:prstGeom prst="rect">
            <a:avLst/>
          </a:prstGeom>
          <a:blipFill rotWithShape="0">
            <a:blip r:embed="rId1"/>
            <a:stretch>
              <a:fillRect l="-148" t="-959"/>
            </a:stretch>
          </a:blipFill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90000"/>
              </a:lnSpc>
              <a:spcBef>
                <a:spcPts val="1199"/>
              </a:spcBef>
              <a:buClr>
                <a:srgbClr val="9e3611"/>
              </a:buClr>
              <a:buSzPct val="85000"/>
              <a:buFont typeface="Arial"/>
              <a:buChar char="•"/>
            </a:pPr>
            <a:r>
              <a:rPr b="0" lang="en-IE" sz="2400" strike="noStrike" u="none">
                <a:solidFill>
                  <a:schemeClr val="dk1">
                    <a:alpha val="1000"/>
                  </a:schemeClr>
                </a:solidFill>
                <a:effectLst/>
                <a:uFillTx/>
                <a:latin typeface="Rockwell"/>
              </a:rPr>
              <a:t> 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PlaceHolder 1"/>
          <p:cNvSpPr>
            <a:spLocks noGrp="1"/>
          </p:cNvSpPr>
          <p:nvPr>
            <p:ph/>
          </p:nvPr>
        </p:nvSpPr>
        <p:spPr>
          <a:xfrm>
            <a:off x="746280" y="380880"/>
            <a:ext cx="7560360" cy="815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90000"/>
              </a:lnSpc>
              <a:spcBef>
                <a:spcPts val="1199"/>
              </a:spcBef>
              <a:buNone/>
              <a:tabLst>
                <a:tab algn="l" pos="0"/>
              </a:tabLst>
            </a:pPr>
            <a:r>
              <a:rPr b="1" lang="en-US" sz="4000" strike="noStrike" u="none">
                <a:solidFill>
                  <a:schemeClr val="dk1"/>
                </a:solidFill>
                <a:effectLst/>
                <a:uFillTx/>
                <a:latin typeface="Rockwell"/>
              </a:rPr>
              <a:t>MM Simulation Examples</a:t>
            </a:r>
            <a:endParaRPr b="0" lang="en-US" sz="40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</p:txBody>
      </p:sp>
      <p:sp>
        <p:nvSpPr>
          <p:cNvPr id="291" name="PlaceHolder 2"/>
          <p:cNvSpPr>
            <a:spLocks noGrp="1"/>
          </p:cNvSpPr>
          <p:nvPr>
            <p:ph/>
          </p:nvPr>
        </p:nvSpPr>
        <p:spPr>
          <a:xfrm>
            <a:off x="1143000" y="2286000"/>
            <a:ext cx="7391160" cy="3374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57200" indent="-457200" defTabSz="914400">
              <a:lnSpc>
                <a:spcPct val="90000"/>
              </a:lnSpc>
              <a:spcBef>
                <a:spcPts val="1199"/>
              </a:spcBef>
              <a:buClr>
                <a:srgbClr val="9e3611"/>
              </a:buClr>
              <a:buSzPct val="85000"/>
              <a:buFont typeface="OpenSymbol"/>
              <a:buAutoNum type="arabicPeriod"/>
            </a:pPr>
            <a:r>
              <a:rPr b="0" lang="en-US" sz="2500" strike="noStrike" u="none">
                <a:solidFill>
                  <a:schemeClr val="dk1"/>
                </a:solidFill>
                <a:effectLst/>
                <a:uFillTx/>
                <a:latin typeface="Rockwell"/>
              </a:rPr>
              <a:t>Greek PI</a:t>
            </a:r>
            <a:endParaRPr b="0" lang="en-US" sz="25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  <a:p>
            <a:pPr marL="457200" indent="-457200" defTabSz="914400">
              <a:lnSpc>
                <a:spcPct val="90000"/>
              </a:lnSpc>
              <a:spcBef>
                <a:spcPts val="1199"/>
              </a:spcBef>
              <a:buClr>
                <a:srgbClr val="9e3611"/>
              </a:buClr>
              <a:buSzPct val="85000"/>
              <a:buFont typeface="OpenSymbol"/>
              <a:buAutoNum type="arabicPeriod"/>
            </a:pPr>
            <a:r>
              <a:rPr b="0" lang="en-US" sz="2500" strike="noStrike" u="none">
                <a:solidFill>
                  <a:schemeClr val="dk1"/>
                </a:solidFill>
                <a:effectLst/>
                <a:uFillTx/>
                <a:latin typeface="Rockwell"/>
              </a:rPr>
              <a:t>Throw 10 dices and get number 25</a:t>
            </a:r>
            <a:endParaRPr b="0" lang="en-US" sz="25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  <a:p>
            <a:pPr marL="457200" indent="-457200" defTabSz="914400">
              <a:lnSpc>
                <a:spcPct val="90000"/>
              </a:lnSpc>
              <a:spcBef>
                <a:spcPts val="1199"/>
              </a:spcBef>
              <a:buClr>
                <a:srgbClr val="9e3611"/>
              </a:buClr>
              <a:buSzPct val="85000"/>
              <a:buFont typeface="OpenSymbol"/>
              <a:buAutoNum type="arabicPeriod"/>
            </a:pPr>
            <a:r>
              <a:rPr b="0" lang="en-US" sz="2500" strike="noStrike" u="none">
                <a:solidFill>
                  <a:schemeClr val="dk1"/>
                </a:solidFill>
                <a:effectLst/>
                <a:uFillTx/>
                <a:latin typeface="Rockwell"/>
              </a:rPr>
              <a:t>Probability of getting a 4-of-a-kind at Poker </a:t>
            </a:r>
            <a:endParaRPr b="0" lang="en-US" sz="25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  <a:p>
            <a:pPr indent="0" defTabSz="914400">
              <a:lnSpc>
                <a:spcPct val="90000"/>
              </a:lnSpc>
              <a:spcBef>
                <a:spcPts val="1199"/>
              </a:spcBef>
              <a:buNone/>
            </a:pPr>
            <a:endParaRPr b="0" lang="en-US" sz="25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PlaceHolder 1"/>
          <p:cNvSpPr>
            <a:spLocks noGrp="1"/>
          </p:cNvSpPr>
          <p:nvPr>
            <p:ph type="title"/>
          </p:nvPr>
        </p:nvSpPr>
        <p:spPr>
          <a:xfrm>
            <a:off x="685800" y="484560"/>
            <a:ext cx="7772040" cy="1608840"/>
          </a:xfrm>
          <a:prstGeom prst="rect">
            <a:avLst/>
          </a:prstGeom>
          <a:blipFill rotWithShape="0">
            <a:blip r:embed="rId1"/>
            <a:stretch/>
          </a:blipFill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IE" sz="4200" strike="noStrike" u="none" cap="all">
                <a:solidFill>
                  <a:schemeClr val="dk1">
                    <a:alpha val="1000"/>
                  </a:schemeClr>
                </a:solidFill>
                <a:effectLst/>
                <a:uFillTx/>
                <a:latin typeface="Rockwell Condensed"/>
              </a:rPr>
              <a:t> </a:t>
            </a:r>
            <a:endParaRPr b="0" lang="en-US" sz="42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</p:txBody>
      </p:sp>
      <p:sp>
        <p:nvSpPr>
          <p:cNvPr id="293" name="PlaceHolder 2"/>
          <p:cNvSpPr>
            <a:spLocks noGrp="1"/>
          </p:cNvSpPr>
          <p:nvPr>
            <p:ph/>
          </p:nvPr>
        </p:nvSpPr>
        <p:spPr>
          <a:xfrm>
            <a:off x="685800" y="2121480"/>
            <a:ext cx="5105160" cy="4050360"/>
          </a:xfrm>
          <a:prstGeom prst="rect">
            <a:avLst/>
          </a:prstGeom>
          <a:blipFill rotWithShape="0">
            <a:blip r:embed="rId2"/>
            <a:stretch/>
          </a:blipFill>
          <a:ln w="0">
            <a:noFill/>
          </a:ln>
        </p:spPr>
        <p:txBody>
          <a:bodyPr lIns="91440" rIns="91440" tIns="45720" bIns="45720" anchor="t">
            <a:noAutofit/>
          </a:bodyPr>
          <a:p>
            <a:pPr marL="182880" indent="-182880" defTabSz="914400">
              <a:lnSpc>
                <a:spcPct val="90000"/>
              </a:lnSpc>
              <a:spcBef>
                <a:spcPts val="1199"/>
              </a:spcBef>
              <a:buClr>
                <a:srgbClr val="9e3611"/>
              </a:buClr>
              <a:buSzPct val="85000"/>
              <a:buFont typeface="Wingdings" charset="2"/>
              <a:buChar char=""/>
            </a:pPr>
            <a:r>
              <a:rPr b="0" lang="en-IE" sz="2000" strike="noStrike" u="none">
                <a:solidFill>
                  <a:schemeClr val="dk1">
                    <a:alpha val="1000"/>
                  </a:schemeClr>
                </a:solidFill>
                <a:effectLst/>
                <a:uFillTx/>
                <a:latin typeface="Rockwell"/>
              </a:rPr>
              <a:t> 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</p:txBody>
      </p:sp>
      <p:grpSp>
        <p:nvGrpSpPr>
          <p:cNvPr id="294" name="Group 5"/>
          <p:cNvGrpSpPr/>
          <p:nvPr/>
        </p:nvGrpSpPr>
        <p:grpSpPr>
          <a:xfrm>
            <a:off x="4572000" y="2277000"/>
            <a:ext cx="3946680" cy="3946680"/>
            <a:chOff x="4572000" y="2277000"/>
            <a:chExt cx="3946680" cy="3946680"/>
          </a:xfrm>
        </p:grpSpPr>
        <p:sp>
          <p:nvSpPr>
            <p:cNvPr id="295" name="Rectangle 3"/>
            <p:cNvSpPr/>
            <p:nvPr/>
          </p:nvSpPr>
          <p:spPr>
            <a:xfrm>
              <a:off x="6545520" y="2277000"/>
              <a:ext cx="1973160" cy="1973160"/>
            </a:xfrm>
            <a:prstGeom prst="rect">
              <a:avLst/>
            </a:prstGeom>
            <a:solidFill>
              <a:schemeClr val="lt1"/>
            </a:solidFill>
            <a:ln w="12600">
              <a:solidFill>
                <a:schemeClr val="accent1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en-IE" sz="1800" strike="noStrike" u="none">
                <a:solidFill>
                  <a:schemeClr val="lt1"/>
                </a:solidFill>
                <a:effectLst/>
                <a:uFillTx/>
                <a:latin typeface="Rockwell"/>
              </a:endParaRPr>
            </a:p>
          </p:txBody>
        </p:sp>
        <p:sp>
          <p:nvSpPr>
            <p:cNvPr id="296" name="Arc 4"/>
            <p:cNvSpPr/>
            <p:nvPr/>
          </p:nvSpPr>
          <p:spPr>
            <a:xfrm>
              <a:off x="4572000" y="2277000"/>
              <a:ext cx="3946680" cy="3946680"/>
            </a:xfrm>
            <a:prstGeom prst="arc">
              <a:avLst>
                <a:gd name="adj1" fmla="val 16200000"/>
                <a:gd name="adj2" fmla="val 0"/>
              </a:avLst>
            </a:prstGeom>
            <a:solidFill>
              <a:srgbClr val="000000"/>
            </a:solidFill>
            <a:ln w="6480">
              <a:solidFill>
                <a:schemeClr val="lt1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en-IE" sz="1800" strike="noStrike" u="none">
                <a:solidFill>
                  <a:schemeClr val="dk1"/>
                </a:solidFill>
                <a:effectLst/>
                <a:uFillTx/>
                <a:latin typeface="Rockwell"/>
              </a:endParaRPr>
            </a:p>
          </p:txBody>
        </p:sp>
      </p:grpSp>
      <p:sp>
        <p:nvSpPr>
          <p:cNvPr id="297" name="TextBox 6"/>
          <p:cNvSpPr/>
          <p:nvPr/>
        </p:nvSpPr>
        <p:spPr>
          <a:xfrm>
            <a:off x="6316920" y="4340880"/>
            <a:ext cx="45684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Rockwell"/>
              </a:rPr>
              <a:t>0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8" name="TextBox 7"/>
          <p:cNvSpPr/>
          <p:nvPr/>
        </p:nvSpPr>
        <p:spPr>
          <a:xfrm>
            <a:off x="8229600" y="4340880"/>
            <a:ext cx="45684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Rockwell"/>
              </a:rPr>
              <a:t>1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9" name="TextBox 8"/>
          <p:cNvSpPr/>
          <p:nvPr/>
        </p:nvSpPr>
        <p:spPr>
          <a:xfrm>
            <a:off x="6149520" y="1923120"/>
            <a:ext cx="45684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Rockwell"/>
              </a:rPr>
              <a:t>1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0" name="TextBox 9"/>
          <p:cNvSpPr/>
          <p:nvPr/>
        </p:nvSpPr>
        <p:spPr>
          <a:xfrm>
            <a:off x="8153280" y="1889640"/>
            <a:ext cx="64872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Rockwell"/>
              </a:rPr>
              <a:t>1,1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PlaceHolder 1"/>
          <p:cNvSpPr>
            <a:spLocks noGrp="1"/>
          </p:cNvSpPr>
          <p:nvPr>
            <p:ph type="title"/>
          </p:nvPr>
        </p:nvSpPr>
        <p:spPr>
          <a:xfrm>
            <a:off x="685800" y="484560"/>
            <a:ext cx="7772040" cy="962640"/>
          </a:xfrm>
          <a:prstGeom prst="rect">
            <a:avLst/>
          </a:prstGeom>
          <a:blipFill rotWithShape="0">
            <a:blip r:embed="rId1"/>
            <a:stretch/>
          </a:blipFill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IE" sz="4200" strike="noStrike" u="none" cap="all">
                <a:solidFill>
                  <a:schemeClr val="dk1">
                    <a:alpha val="1000"/>
                  </a:schemeClr>
                </a:solidFill>
                <a:effectLst/>
                <a:uFillTx/>
                <a:latin typeface="Rockwell Condensed"/>
              </a:rPr>
              <a:t> </a:t>
            </a:r>
            <a:endParaRPr b="0" lang="en-US" sz="42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</p:txBody>
      </p:sp>
      <p:sp>
        <p:nvSpPr>
          <p:cNvPr id="302" name="PlaceHolder 2"/>
          <p:cNvSpPr>
            <a:spLocks noGrp="1"/>
          </p:cNvSpPr>
          <p:nvPr>
            <p:ph/>
          </p:nvPr>
        </p:nvSpPr>
        <p:spPr>
          <a:xfrm>
            <a:off x="991080" y="1143000"/>
            <a:ext cx="5638320" cy="5333760"/>
          </a:xfrm>
          <a:prstGeom prst="rect">
            <a:avLst/>
          </a:prstGeom>
          <a:blipFill rotWithShape="0">
            <a:blip r:embed="rId2"/>
            <a:stretch>
              <a:fillRect l="-868" t="-114"/>
            </a:stretch>
          </a:blipFill>
          <a:ln w="0">
            <a:noFill/>
          </a:ln>
        </p:spPr>
        <p:txBody>
          <a:bodyPr lIns="91440" rIns="91440" tIns="45720" bIns="45720" anchor="t">
            <a:noAutofit/>
          </a:bodyPr>
          <a:p>
            <a:pPr marL="182880" indent="-182880" defTabSz="914400">
              <a:lnSpc>
                <a:spcPct val="90000"/>
              </a:lnSpc>
              <a:spcBef>
                <a:spcPts val="1199"/>
              </a:spcBef>
              <a:buClr>
                <a:srgbClr val="9e3611"/>
              </a:buClr>
              <a:buSzPct val="85000"/>
              <a:buFont typeface="Wingdings" charset="2"/>
              <a:buChar char=""/>
            </a:pPr>
            <a:r>
              <a:rPr b="0" lang="en-IE" sz="2000" strike="noStrike" u="none">
                <a:solidFill>
                  <a:schemeClr val="dk1">
                    <a:alpha val="1000"/>
                  </a:schemeClr>
                </a:solidFill>
                <a:effectLst/>
                <a:uFillTx/>
                <a:latin typeface="Rockwell"/>
              </a:rPr>
              <a:t> 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</p:txBody>
      </p:sp>
      <p:pic>
        <p:nvPicPr>
          <p:cNvPr id="303" name="Picture 2" descr="Using the Monte Carlo Method to Calculate the Value of Pi"/>
          <p:cNvPicPr/>
          <p:nvPr/>
        </p:nvPicPr>
        <p:blipFill>
          <a:blip r:embed="rId3"/>
          <a:stretch/>
        </p:blipFill>
        <p:spPr>
          <a:xfrm>
            <a:off x="6095880" y="2121480"/>
            <a:ext cx="2742840" cy="27428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PlaceHolder 1"/>
          <p:cNvSpPr>
            <a:spLocks noGrp="1"/>
          </p:cNvSpPr>
          <p:nvPr>
            <p:ph type="title"/>
          </p:nvPr>
        </p:nvSpPr>
        <p:spPr>
          <a:xfrm>
            <a:off x="685800" y="484560"/>
            <a:ext cx="7772040" cy="1608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200" strike="noStrike" u="none" cap="all">
                <a:solidFill>
                  <a:srgbClr val="000000"/>
                </a:solidFill>
                <a:effectLst/>
                <a:uFillTx/>
                <a:latin typeface="Rockwell Condensed"/>
              </a:rPr>
              <a:t>CONFIDENCE INTERVAL</a:t>
            </a:r>
            <a:endParaRPr b="0" lang="en-US" sz="42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</p:txBody>
      </p:sp>
      <p:sp>
        <p:nvSpPr>
          <p:cNvPr id="305" name="PlaceHolder 2"/>
          <p:cNvSpPr>
            <a:spLocks noGrp="1"/>
          </p:cNvSpPr>
          <p:nvPr>
            <p:ph/>
          </p:nvPr>
        </p:nvSpPr>
        <p:spPr>
          <a:xfrm>
            <a:off x="685800" y="1905120"/>
            <a:ext cx="7772040" cy="4467960"/>
          </a:xfrm>
          <a:prstGeom prst="rect">
            <a:avLst/>
          </a:prstGeom>
          <a:blipFill rotWithShape="0">
            <a:blip r:embed="rId1"/>
            <a:stretch/>
          </a:blipFill>
          <a:ln w="0">
            <a:noFill/>
          </a:ln>
        </p:spPr>
        <p:txBody>
          <a:bodyPr lIns="91440" rIns="91440" tIns="45720" bIns="45720" anchor="t">
            <a:noAutofit/>
          </a:bodyPr>
          <a:p>
            <a:pPr marL="182880" indent="-182880" defTabSz="914400">
              <a:lnSpc>
                <a:spcPct val="90000"/>
              </a:lnSpc>
              <a:spcBef>
                <a:spcPts val="1199"/>
              </a:spcBef>
              <a:buClr>
                <a:srgbClr val="9e3611"/>
              </a:buClr>
              <a:buSzPct val="85000"/>
              <a:buFont typeface="Wingdings" charset="2"/>
              <a:buChar char=""/>
            </a:pPr>
            <a:r>
              <a:rPr b="0" lang="en-IE" sz="2000" strike="noStrike" u="none">
                <a:solidFill>
                  <a:schemeClr val="dk1">
                    <a:alpha val="1000"/>
                  </a:schemeClr>
                </a:solidFill>
                <a:effectLst/>
                <a:uFillTx/>
                <a:latin typeface="Rockwell"/>
              </a:rPr>
              <a:t> 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PlaceHolder 1"/>
          <p:cNvSpPr>
            <a:spLocks noGrp="1"/>
          </p:cNvSpPr>
          <p:nvPr>
            <p:ph type="title"/>
          </p:nvPr>
        </p:nvSpPr>
        <p:spPr>
          <a:xfrm>
            <a:off x="457200" y="260280"/>
            <a:ext cx="8229240" cy="98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3600" strike="noStrike" u="none" cap="all">
                <a:solidFill>
                  <a:srgbClr val="000000"/>
                </a:solidFill>
                <a:effectLst/>
                <a:uFillTx/>
                <a:latin typeface="Rockwell Condensed"/>
              </a:rPr>
              <a:t>Probability to throw Dice</a:t>
            </a:r>
            <a:endParaRPr b="0" lang="en-US" sz="36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</p:txBody>
      </p:sp>
      <p:sp>
        <p:nvSpPr>
          <p:cNvPr id="30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855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90000"/>
              </a:lnSpc>
              <a:spcBef>
                <a:spcPts val="1199"/>
              </a:spcBef>
              <a:buNone/>
              <a:tabLst>
                <a:tab algn="l" pos="0"/>
              </a:tabLst>
            </a:pPr>
            <a:endParaRPr b="0" lang="en-US" sz="24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  <a:p>
            <a:pPr indent="0" defTabSz="914400">
              <a:lnSpc>
                <a:spcPct val="90000"/>
              </a:lnSpc>
              <a:spcBef>
                <a:spcPts val="1199"/>
              </a:spcBef>
              <a:buNone/>
              <a:tabLst>
                <a:tab algn="l" pos="0"/>
              </a:tabLst>
            </a:pPr>
            <a:endParaRPr b="0" lang="en-US" sz="24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  <a:p>
            <a:pPr indent="0" defTabSz="914400">
              <a:lnSpc>
                <a:spcPct val="90000"/>
              </a:lnSpc>
              <a:spcBef>
                <a:spcPts val="1199"/>
              </a:spcBef>
              <a:buNone/>
              <a:tabLst>
                <a:tab algn="l" pos="0"/>
              </a:tabLst>
            </a:pPr>
            <a:endParaRPr b="0" lang="en-US" sz="24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  <a:p>
            <a:pPr indent="0" defTabSz="914400">
              <a:lnSpc>
                <a:spcPct val="90000"/>
              </a:lnSpc>
              <a:spcBef>
                <a:spcPts val="1199"/>
              </a:spcBef>
              <a:buNone/>
              <a:tabLst>
                <a:tab algn="l" pos="0"/>
              </a:tabLst>
            </a:pPr>
            <a:endParaRPr b="0" lang="en-US" sz="24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  <a:p>
            <a:pPr indent="0" defTabSz="914400">
              <a:lnSpc>
                <a:spcPct val="90000"/>
              </a:lnSpc>
              <a:spcBef>
                <a:spcPts val="1199"/>
              </a:spcBef>
              <a:buNone/>
              <a:tabLst>
                <a:tab algn="l" pos="0"/>
              </a:tabLst>
            </a:pPr>
            <a:endParaRPr b="0" lang="en-US" sz="24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  <a:p>
            <a:pPr marL="457200" indent="0" defTabSz="914400">
              <a:lnSpc>
                <a:spcPct val="90000"/>
              </a:lnSpc>
              <a:spcBef>
                <a:spcPts val="400"/>
              </a:spcBef>
              <a:spcAft>
                <a:spcPts val="201"/>
              </a:spcAft>
              <a:buNone/>
              <a:tabLst>
                <a:tab algn="l" pos="0"/>
              </a:tabLst>
            </a:pPr>
            <a:endParaRPr b="0" lang="en-US" sz="20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  <a:p>
            <a:pPr marL="457200" indent="0" defTabSz="914400">
              <a:lnSpc>
                <a:spcPct val="90000"/>
              </a:lnSpc>
              <a:spcBef>
                <a:spcPts val="400"/>
              </a:spcBef>
              <a:spcAft>
                <a:spcPts val="201"/>
              </a:spcAft>
              <a:buNone/>
              <a:tabLst>
                <a:tab algn="l" pos="0"/>
              </a:tabLst>
            </a:pPr>
            <a:endParaRPr b="0" lang="en-US" sz="20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  <a:p>
            <a:pPr marL="457200" indent="0" defTabSz="914400">
              <a:lnSpc>
                <a:spcPct val="90000"/>
              </a:lnSpc>
              <a:spcBef>
                <a:spcPts val="400"/>
              </a:spcBef>
              <a:spcAft>
                <a:spcPts val="201"/>
              </a:spcAft>
              <a:buNone/>
              <a:tabLst>
                <a:tab algn="l" pos="0"/>
              </a:tabLst>
            </a:pPr>
            <a:endParaRPr b="0" lang="en-US" sz="20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</p:txBody>
      </p:sp>
      <p:sp>
        <p:nvSpPr>
          <p:cNvPr id="308" name="Content Placeholder 2"/>
          <p:cNvSpPr/>
          <p:nvPr/>
        </p:nvSpPr>
        <p:spPr>
          <a:xfrm>
            <a:off x="609480" y="1752480"/>
            <a:ext cx="8229240" cy="485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Rockwell"/>
              </a:rPr>
              <a:t>What is the probability of getting 25 by throwing 10 dices?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Rockwell"/>
              </a:rPr>
              <a:t>Roll ten 6 sided die N times.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Rockwell"/>
              </a:rPr>
              <a:t>Compute the sum of all the dice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Rockwell"/>
              </a:rPr>
              <a:t>Count the number of time you get a 25, call it count_25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Rockwell"/>
              </a:rPr>
              <a:t>Estimate the probability as count_25/N.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  <a:spcBef>
                <a:spcPts val="320"/>
              </a:spcBef>
              <a:tabLst>
                <a:tab algn="l" pos="0"/>
              </a:tabLst>
            </a:pP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360"/>
              </a:spcBef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320"/>
              </a:spcBef>
              <a:tabLst>
                <a:tab algn="l" pos="0"/>
              </a:tabLst>
            </a:pP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79"/>
              </a:spcBef>
              <a:tabLst>
                <a:tab algn="l" pos="0"/>
              </a:tabLst>
            </a:pP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79"/>
              </a:spcBef>
              <a:tabLst>
                <a:tab algn="l" pos="0"/>
              </a:tabLst>
            </a:pP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79"/>
              </a:spcBef>
              <a:tabLst>
                <a:tab algn="l" pos="0"/>
              </a:tabLst>
            </a:pP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  <a:tabLst>
                <a:tab algn="l" pos="0"/>
              </a:tabLst>
            </a:pP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79"/>
              </a:spcBef>
              <a:tabLst>
                <a:tab algn="l" pos="0"/>
              </a:tabLst>
            </a:pP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79"/>
              </a:spcBef>
              <a:tabLst>
                <a:tab algn="l" pos="0"/>
              </a:tabLst>
            </a:pP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  <a:spcBef>
                <a:spcPts val="400"/>
              </a:spcBef>
              <a:tabLst>
                <a:tab algn="l" pos="0"/>
              </a:tabLst>
            </a:pP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  <a:spcBef>
                <a:spcPts val="400"/>
              </a:spcBef>
              <a:tabLst>
                <a:tab algn="l" pos="0"/>
              </a:tabLst>
            </a:pP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79"/>
              </a:spcBef>
              <a:tabLst>
                <a:tab algn="l" pos="0"/>
              </a:tabLst>
            </a:pP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PlaceHolder 1"/>
          <p:cNvSpPr>
            <a:spLocks noGrp="1"/>
          </p:cNvSpPr>
          <p:nvPr>
            <p:ph type="title"/>
          </p:nvPr>
        </p:nvSpPr>
        <p:spPr>
          <a:xfrm>
            <a:off x="457200" y="260280"/>
            <a:ext cx="8229240" cy="98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3600" strike="noStrike" u="none" cap="all">
                <a:solidFill>
                  <a:srgbClr val="000000"/>
                </a:solidFill>
                <a:effectLst/>
                <a:uFillTx/>
                <a:latin typeface="Rockwell Condensed"/>
              </a:rPr>
              <a:t>Probability of a Straight Flush</a:t>
            </a:r>
            <a:endParaRPr b="0" lang="en-US" sz="36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</p:txBody>
      </p:sp>
      <p:sp>
        <p:nvSpPr>
          <p:cNvPr id="31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855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90000"/>
              </a:lnSpc>
              <a:spcBef>
                <a:spcPts val="1199"/>
              </a:spcBef>
              <a:buNone/>
              <a:tabLst>
                <a:tab algn="l" pos="0"/>
              </a:tabLst>
            </a:pPr>
            <a:endParaRPr b="0" lang="en-US" sz="24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  <a:p>
            <a:pPr indent="0" defTabSz="914400">
              <a:lnSpc>
                <a:spcPct val="90000"/>
              </a:lnSpc>
              <a:spcBef>
                <a:spcPts val="1199"/>
              </a:spcBef>
              <a:buNone/>
              <a:tabLst>
                <a:tab algn="l" pos="0"/>
              </a:tabLst>
            </a:pPr>
            <a:endParaRPr b="0" lang="en-US" sz="24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  <a:p>
            <a:pPr indent="0" defTabSz="914400">
              <a:lnSpc>
                <a:spcPct val="90000"/>
              </a:lnSpc>
              <a:spcBef>
                <a:spcPts val="1199"/>
              </a:spcBef>
              <a:buNone/>
              <a:tabLst>
                <a:tab algn="l" pos="0"/>
              </a:tabLst>
            </a:pPr>
            <a:endParaRPr b="0" lang="en-US" sz="24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  <a:p>
            <a:pPr indent="0" defTabSz="914400">
              <a:lnSpc>
                <a:spcPct val="90000"/>
              </a:lnSpc>
              <a:spcBef>
                <a:spcPts val="1199"/>
              </a:spcBef>
              <a:buNone/>
              <a:tabLst>
                <a:tab algn="l" pos="0"/>
              </a:tabLst>
            </a:pPr>
            <a:endParaRPr b="0" lang="en-US" sz="24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  <a:p>
            <a:pPr indent="0" defTabSz="914400">
              <a:lnSpc>
                <a:spcPct val="90000"/>
              </a:lnSpc>
              <a:spcBef>
                <a:spcPts val="1199"/>
              </a:spcBef>
              <a:buNone/>
              <a:tabLst>
                <a:tab algn="l" pos="0"/>
              </a:tabLst>
            </a:pPr>
            <a:endParaRPr b="0" lang="en-US" sz="24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  <a:p>
            <a:pPr marL="457200" indent="0" defTabSz="914400">
              <a:lnSpc>
                <a:spcPct val="90000"/>
              </a:lnSpc>
              <a:spcBef>
                <a:spcPts val="400"/>
              </a:spcBef>
              <a:spcAft>
                <a:spcPts val="201"/>
              </a:spcAft>
              <a:buNone/>
              <a:tabLst>
                <a:tab algn="l" pos="0"/>
              </a:tabLst>
            </a:pPr>
            <a:endParaRPr b="0" lang="en-US" sz="20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  <a:p>
            <a:pPr marL="457200" indent="0" defTabSz="914400">
              <a:lnSpc>
                <a:spcPct val="90000"/>
              </a:lnSpc>
              <a:spcBef>
                <a:spcPts val="400"/>
              </a:spcBef>
              <a:spcAft>
                <a:spcPts val="201"/>
              </a:spcAft>
              <a:buNone/>
              <a:tabLst>
                <a:tab algn="l" pos="0"/>
              </a:tabLst>
            </a:pPr>
            <a:endParaRPr b="0" lang="en-US" sz="20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  <a:p>
            <a:pPr marL="457200" indent="0" defTabSz="914400">
              <a:lnSpc>
                <a:spcPct val="90000"/>
              </a:lnSpc>
              <a:spcBef>
                <a:spcPts val="400"/>
              </a:spcBef>
              <a:spcAft>
                <a:spcPts val="201"/>
              </a:spcAft>
              <a:buNone/>
              <a:tabLst>
                <a:tab algn="l" pos="0"/>
              </a:tabLst>
            </a:pPr>
            <a:endParaRPr b="0" lang="en-US" sz="20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</p:txBody>
      </p:sp>
      <p:sp>
        <p:nvSpPr>
          <p:cNvPr id="311" name="Content Placeholder 2"/>
          <p:cNvSpPr/>
          <p:nvPr/>
        </p:nvSpPr>
        <p:spPr>
          <a:xfrm>
            <a:off x="609480" y="1752480"/>
            <a:ext cx="8229240" cy="485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defTabSz="457200">
              <a:lnSpc>
                <a:spcPct val="100000"/>
              </a:lnSpc>
              <a:spcBef>
                <a:spcPts val="479"/>
              </a:spcBef>
            </a:pP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79"/>
              </a:spcBef>
            </a:pP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79"/>
              </a:spcBef>
            </a:pP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Rockwell"/>
              </a:rPr>
              <a:t>What is the probability of being dealt a straight flush in a 5 card poker hand?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Rockwell"/>
              </a:rPr>
              <a:t>Generate N 5 card poker hands.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Rockwell"/>
              </a:rPr>
              <a:t>Count how many are a straight flush -  call count_sf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Rockwell"/>
              </a:rPr>
              <a:t>Estimate the probability as count_sf/N.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Rockwell"/>
              </a:rPr>
              <a:t>Remember that the Ace can be used as a 1 or as the highest card (after the King): A,2,3,4,5 is a straight and also 10,J,Q,K,A is a straight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  <a:spcBef>
                <a:spcPts val="320"/>
              </a:spcBef>
              <a:tabLst>
                <a:tab algn="l" pos="0"/>
              </a:tabLst>
            </a:pP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360"/>
              </a:spcBef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320"/>
              </a:spcBef>
              <a:tabLst>
                <a:tab algn="l" pos="0"/>
              </a:tabLst>
            </a:pP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79"/>
              </a:spcBef>
              <a:tabLst>
                <a:tab algn="l" pos="0"/>
              </a:tabLst>
            </a:pP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79"/>
              </a:spcBef>
              <a:tabLst>
                <a:tab algn="l" pos="0"/>
              </a:tabLst>
            </a:pP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79"/>
              </a:spcBef>
              <a:tabLst>
                <a:tab algn="l" pos="0"/>
              </a:tabLst>
            </a:pP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  <a:tabLst>
                <a:tab algn="l" pos="0"/>
              </a:tabLst>
            </a:pP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79"/>
              </a:spcBef>
              <a:tabLst>
                <a:tab algn="l" pos="0"/>
              </a:tabLst>
            </a:pP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79"/>
              </a:spcBef>
              <a:tabLst>
                <a:tab algn="l" pos="0"/>
              </a:tabLst>
            </a:pP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  <a:spcBef>
                <a:spcPts val="400"/>
              </a:spcBef>
              <a:tabLst>
                <a:tab algn="l" pos="0"/>
              </a:tabLst>
            </a:pP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  <a:spcBef>
                <a:spcPts val="400"/>
              </a:spcBef>
              <a:tabLst>
                <a:tab algn="l" pos="0"/>
              </a:tabLst>
            </a:pP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79"/>
              </a:spcBef>
              <a:tabLst>
                <a:tab algn="l" pos="0"/>
              </a:tabLst>
            </a:pP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12" name="Picture 6" descr=""/>
          <p:cNvPicPr/>
          <p:nvPr/>
        </p:nvPicPr>
        <p:blipFill>
          <a:blip r:embed="rId1"/>
          <a:stretch/>
        </p:blipFill>
        <p:spPr>
          <a:xfrm>
            <a:off x="3298320" y="1085760"/>
            <a:ext cx="2428200" cy="19098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PlaceHolder 1"/>
          <p:cNvSpPr>
            <a:spLocks noGrp="1"/>
          </p:cNvSpPr>
          <p:nvPr>
            <p:ph type="title"/>
          </p:nvPr>
        </p:nvSpPr>
        <p:spPr>
          <a:xfrm>
            <a:off x="685800" y="2209680"/>
            <a:ext cx="7772040" cy="1608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en-US" sz="4200" strike="noStrike" u="none" cap="all">
                <a:solidFill>
                  <a:srgbClr val="000000"/>
                </a:solidFill>
                <a:effectLst/>
                <a:uFillTx/>
                <a:latin typeface="Rockwell Condensed"/>
              </a:rPr>
              <a:t>How Randomess is generated in computers?</a:t>
            </a:r>
            <a:endParaRPr b="0" lang="en-US" sz="42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PlaceHolder 1"/>
          <p:cNvSpPr>
            <a:spLocks noGrp="1"/>
          </p:cNvSpPr>
          <p:nvPr>
            <p:ph type="title"/>
          </p:nvPr>
        </p:nvSpPr>
        <p:spPr>
          <a:xfrm>
            <a:off x="685800" y="484560"/>
            <a:ext cx="7772040" cy="1608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200" strike="noStrike" u="none" cap="all">
                <a:solidFill>
                  <a:srgbClr val="000000"/>
                </a:solidFill>
                <a:effectLst/>
                <a:uFillTx/>
                <a:latin typeface="Rockwell Condensed"/>
              </a:rPr>
              <a:t>Random versus Pseudo-random</a:t>
            </a:r>
            <a:endParaRPr b="0" lang="en-US" sz="42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</p:txBody>
      </p:sp>
      <p:sp>
        <p:nvSpPr>
          <p:cNvPr id="315" name="PlaceHolder 2"/>
          <p:cNvSpPr>
            <a:spLocks noGrp="1"/>
          </p:cNvSpPr>
          <p:nvPr>
            <p:ph/>
          </p:nvPr>
        </p:nvSpPr>
        <p:spPr>
          <a:xfrm>
            <a:off x="685800" y="2121480"/>
            <a:ext cx="7772040" cy="405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lnSpcReduction="9999"/>
          </a:bodyPr>
          <a:p>
            <a:pPr marL="182880" indent="-182880" defTabSz="914400">
              <a:lnSpc>
                <a:spcPct val="90000"/>
              </a:lnSpc>
              <a:spcBef>
                <a:spcPts val="1199"/>
              </a:spcBef>
              <a:buClr>
                <a:srgbClr val="9e3611"/>
              </a:buClr>
              <a:buSzPct val="85000"/>
              <a:buFont typeface="Wingdings" charset="2"/>
              <a:buChar char="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Rockwell"/>
              </a:rPr>
              <a:t>Virtually all computers have “random number” generators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  <a:p>
            <a:pPr marL="182880" indent="-182880" defTabSz="914400">
              <a:lnSpc>
                <a:spcPct val="90000"/>
              </a:lnSpc>
              <a:spcBef>
                <a:spcPts val="1199"/>
              </a:spcBef>
              <a:buClr>
                <a:srgbClr val="9e3611"/>
              </a:buClr>
              <a:buSzPct val="85000"/>
              <a:buFont typeface="Wingdings" charset="2"/>
              <a:buChar char="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Rockwell"/>
              </a:rPr>
              <a:t>Their operation is deterministic, it is not based on chance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  <a:p>
            <a:pPr marL="182880" indent="-182880" defTabSz="914400">
              <a:lnSpc>
                <a:spcPct val="90000"/>
              </a:lnSpc>
              <a:spcBef>
                <a:spcPts val="1199"/>
              </a:spcBef>
              <a:buClr>
                <a:srgbClr val="9e3611"/>
              </a:buClr>
              <a:buSzPct val="85000"/>
              <a:buFont typeface="Wingdings" charset="2"/>
              <a:buChar char="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Rockwell"/>
              </a:rPr>
              <a:t>Sequences are predictable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  <a:p>
            <a:pPr marL="182880" indent="-182880" defTabSz="914400">
              <a:lnSpc>
                <a:spcPct val="90000"/>
              </a:lnSpc>
              <a:spcBef>
                <a:spcPts val="1199"/>
              </a:spcBef>
              <a:buClr>
                <a:srgbClr val="9e3611"/>
              </a:buClr>
              <a:buSzPct val="85000"/>
              <a:buFont typeface="Wingdings" charset="2"/>
              <a:buChar char="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Rockwell"/>
              </a:rPr>
              <a:t>More accurately computer generates “pseudo-random number”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  <a:p>
            <a:pPr marL="182880" indent="-182880" defTabSz="914400">
              <a:lnSpc>
                <a:spcPct val="90000"/>
              </a:lnSpc>
              <a:spcBef>
                <a:spcPts val="1199"/>
              </a:spcBef>
              <a:buClr>
                <a:srgbClr val="9e3611"/>
              </a:buClr>
              <a:buSzPct val="85000"/>
              <a:buFont typeface="Wingdings" charset="2"/>
              <a:buChar char="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Rockwell"/>
              </a:rPr>
              <a:t>“RNG” means “random number generator”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PlaceHolder 1"/>
          <p:cNvSpPr>
            <a:spLocks noGrp="1"/>
          </p:cNvSpPr>
          <p:nvPr>
            <p:ph type="title"/>
          </p:nvPr>
        </p:nvSpPr>
        <p:spPr>
          <a:xfrm>
            <a:off x="685800" y="484560"/>
            <a:ext cx="7772040" cy="1608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200" strike="noStrike" u="none" cap="all">
                <a:solidFill>
                  <a:srgbClr val="000000"/>
                </a:solidFill>
                <a:effectLst/>
                <a:uFillTx/>
                <a:latin typeface="Rockwell Condensed"/>
              </a:rPr>
              <a:t>Properties of an Ideal RNG</a:t>
            </a:r>
            <a:endParaRPr b="0" lang="en-US" sz="42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</p:txBody>
      </p:sp>
      <p:sp>
        <p:nvSpPr>
          <p:cNvPr id="317" name="PlaceHolder 2"/>
          <p:cNvSpPr>
            <a:spLocks noGrp="1"/>
          </p:cNvSpPr>
          <p:nvPr>
            <p:ph/>
          </p:nvPr>
        </p:nvSpPr>
        <p:spPr>
          <a:xfrm>
            <a:off x="685800" y="2121480"/>
            <a:ext cx="7772040" cy="405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92500" lnSpcReduction="9999"/>
          </a:bodyPr>
          <a:p>
            <a:pPr marL="182880" indent="-182880" defTabSz="914400">
              <a:lnSpc>
                <a:spcPct val="90000"/>
              </a:lnSpc>
              <a:spcBef>
                <a:spcPts val="1199"/>
              </a:spcBef>
              <a:buClr>
                <a:srgbClr val="9e3611"/>
              </a:buClr>
              <a:buSzPct val="85000"/>
              <a:buFont typeface="Wingdings" charset="2"/>
              <a:buChar char="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Rockwell"/>
              </a:rPr>
              <a:t>Uniformly distributed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  <a:p>
            <a:pPr marL="182880" indent="-182880" defTabSz="914400">
              <a:lnSpc>
                <a:spcPct val="90000"/>
              </a:lnSpc>
              <a:spcBef>
                <a:spcPts val="1199"/>
              </a:spcBef>
              <a:buClr>
                <a:srgbClr val="9e3611"/>
              </a:buClr>
              <a:buSzPct val="85000"/>
              <a:buFont typeface="Wingdings" charset="2"/>
              <a:buChar char="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Rockwell"/>
              </a:rPr>
              <a:t>Uncorrelated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  <a:p>
            <a:pPr marL="182880" indent="-182880" defTabSz="914400">
              <a:lnSpc>
                <a:spcPct val="90000"/>
              </a:lnSpc>
              <a:spcBef>
                <a:spcPts val="1199"/>
              </a:spcBef>
              <a:buClr>
                <a:srgbClr val="9e3611"/>
              </a:buClr>
              <a:buSzPct val="85000"/>
              <a:buFont typeface="Wingdings" charset="2"/>
              <a:buChar char="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Rockwell"/>
              </a:rPr>
              <a:t>Never cycles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  <a:p>
            <a:pPr marL="182880" indent="-182880" defTabSz="914400">
              <a:lnSpc>
                <a:spcPct val="90000"/>
              </a:lnSpc>
              <a:spcBef>
                <a:spcPts val="1199"/>
              </a:spcBef>
              <a:buClr>
                <a:srgbClr val="9e3611"/>
              </a:buClr>
              <a:buSzPct val="85000"/>
              <a:buFont typeface="Wingdings" charset="2"/>
              <a:buChar char="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Rockwell"/>
              </a:rPr>
              <a:t>Satisfies any statistical test for randomness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  <a:p>
            <a:pPr marL="182880" indent="-182880" defTabSz="914400">
              <a:lnSpc>
                <a:spcPct val="90000"/>
              </a:lnSpc>
              <a:spcBef>
                <a:spcPts val="1199"/>
              </a:spcBef>
              <a:buClr>
                <a:srgbClr val="9e3611"/>
              </a:buClr>
              <a:buSzPct val="85000"/>
              <a:buFont typeface="Wingdings" charset="2"/>
              <a:buChar char="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Rockwell"/>
              </a:rPr>
              <a:t>Reproducible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  <a:p>
            <a:pPr marL="182880" indent="-182880" defTabSz="914400">
              <a:lnSpc>
                <a:spcPct val="90000"/>
              </a:lnSpc>
              <a:spcBef>
                <a:spcPts val="1199"/>
              </a:spcBef>
              <a:buClr>
                <a:srgbClr val="9e3611"/>
              </a:buClr>
              <a:buSzPct val="85000"/>
              <a:buFont typeface="Wingdings" charset="2"/>
              <a:buChar char="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Rockwell"/>
              </a:rPr>
              <a:t>Machine-independent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  <a:p>
            <a:pPr marL="182880" indent="-182880" defTabSz="914400">
              <a:lnSpc>
                <a:spcPct val="90000"/>
              </a:lnSpc>
              <a:spcBef>
                <a:spcPts val="1199"/>
              </a:spcBef>
              <a:buClr>
                <a:srgbClr val="9e3611"/>
              </a:buClr>
              <a:buSzPct val="85000"/>
              <a:buFont typeface="Wingdings" charset="2"/>
              <a:buChar char="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Rockwell"/>
              </a:rPr>
              <a:t>Changing “seed” value changes sequence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  <a:p>
            <a:pPr marL="182880" indent="-182880" defTabSz="914400">
              <a:lnSpc>
                <a:spcPct val="90000"/>
              </a:lnSpc>
              <a:spcBef>
                <a:spcPts val="1199"/>
              </a:spcBef>
              <a:buClr>
                <a:srgbClr val="9e3611"/>
              </a:buClr>
              <a:buSzPct val="85000"/>
              <a:buFont typeface="Wingdings" charset="2"/>
              <a:buChar char="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Rockwell"/>
              </a:rPr>
              <a:t>Easily split into independent subsequences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  <a:p>
            <a:pPr marL="182880" indent="-182880" defTabSz="914400">
              <a:lnSpc>
                <a:spcPct val="90000"/>
              </a:lnSpc>
              <a:spcBef>
                <a:spcPts val="1199"/>
              </a:spcBef>
              <a:buClr>
                <a:srgbClr val="9e3611"/>
              </a:buClr>
              <a:buSzPct val="85000"/>
              <a:buFont typeface="Wingdings" charset="2"/>
              <a:buChar char="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Rockwell"/>
              </a:rPr>
              <a:t>Fast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  <a:p>
            <a:pPr marL="182880" indent="-182880" defTabSz="914400">
              <a:lnSpc>
                <a:spcPct val="90000"/>
              </a:lnSpc>
              <a:spcBef>
                <a:spcPts val="1199"/>
              </a:spcBef>
              <a:buClr>
                <a:srgbClr val="9e3611"/>
              </a:buClr>
              <a:buSzPct val="85000"/>
              <a:buFont typeface="Wingdings" charset="2"/>
              <a:buChar char="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Rockwell"/>
              </a:rPr>
              <a:t>Limited memory requirements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PlaceHolder 1"/>
          <p:cNvSpPr>
            <a:spLocks noGrp="1"/>
          </p:cNvSpPr>
          <p:nvPr>
            <p:ph type="title"/>
          </p:nvPr>
        </p:nvSpPr>
        <p:spPr>
          <a:xfrm>
            <a:off x="685800" y="484560"/>
            <a:ext cx="7772040" cy="1608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200" strike="noStrike" u="none" cap="all">
                <a:solidFill>
                  <a:srgbClr val="000000"/>
                </a:solidFill>
                <a:effectLst/>
                <a:uFillTx/>
                <a:latin typeface="Rockwell Condensed"/>
              </a:rPr>
              <a:t>No RNG Is Ideal</a:t>
            </a:r>
            <a:endParaRPr b="0" lang="en-US" sz="42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</p:txBody>
      </p:sp>
      <p:sp>
        <p:nvSpPr>
          <p:cNvPr id="319" name="PlaceHolder 2"/>
          <p:cNvSpPr>
            <a:spLocks noGrp="1"/>
          </p:cNvSpPr>
          <p:nvPr>
            <p:ph/>
          </p:nvPr>
        </p:nvSpPr>
        <p:spPr>
          <a:xfrm>
            <a:off x="685800" y="2121480"/>
            <a:ext cx="7772040" cy="405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182880" indent="-182880" defTabSz="914400">
              <a:lnSpc>
                <a:spcPct val="90000"/>
              </a:lnSpc>
              <a:spcBef>
                <a:spcPts val="1199"/>
              </a:spcBef>
              <a:buClr>
                <a:srgbClr val="9e3611"/>
              </a:buClr>
              <a:buSzPct val="85000"/>
              <a:buFont typeface="Wingdings" charset="2"/>
              <a:buChar char="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Rockwell"/>
              </a:rPr>
              <a:t>Finite precision arithmetic </a:t>
            </a: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Symbol"/>
              </a:rPr>
              <a:t></a:t>
            </a: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Rockwell"/>
              </a:rPr>
              <a:t> finite number of states </a:t>
            </a: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Symbol"/>
              </a:rPr>
              <a:t></a:t>
            </a: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Rockwell"/>
              </a:rPr>
              <a:t> cycles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  <a:p>
            <a:pPr lvl="1" marL="457200" indent="-182880" defTabSz="914400">
              <a:lnSpc>
                <a:spcPct val="90000"/>
              </a:lnSpc>
              <a:spcBef>
                <a:spcPts val="400"/>
              </a:spcBef>
              <a:spcAft>
                <a:spcPts val="201"/>
              </a:spcAft>
              <a:buClr>
                <a:srgbClr val="9e3611"/>
              </a:buClr>
              <a:buSzPct val="85000"/>
              <a:buFont typeface="Wingdings" charset="2"/>
              <a:buChar char="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Rockwell"/>
              </a:rPr>
              <a:t>Period = length of cycle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  <a:p>
            <a:pPr lvl="1" marL="457200" indent="-182880" defTabSz="914400">
              <a:lnSpc>
                <a:spcPct val="90000"/>
              </a:lnSpc>
              <a:spcBef>
                <a:spcPts val="400"/>
              </a:spcBef>
              <a:spcAft>
                <a:spcPts val="201"/>
              </a:spcAft>
              <a:buClr>
                <a:srgbClr val="9e3611"/>
              </a:buClr>
              <a:buSzPct val="85000"/>
              <a:buFont typeface="Wingdings" charset="2"/>
              <a:buChar char="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Rockwell"/>
              </a:rPr>
              <a:t>If period &gt; number of values needed, effectively acyclic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  <a:p>
            <a:pPr marL="182880" indent="-182880" defTabSz="914400">
              <a:lnSpc>
                <a:spcPct val="90000"/>
              </a:lnSpc>
              <a:spcBef>
                <a:spcPts val="1199"/>
              </a:spcBef>
              <a:buClr>
                <a:srgbClr val="9e3611"/>
              </a:buClr>
              <a:buSzPct val="85000"/>
              <a:buFont typeface="Wingdings" charset="2"/>
              <a:buChar char="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Rockwell"/>
              </a:rPr>
              <a:t>Reproducible </a:t>
            </a: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Symbol"/>
              </a:rPr>
              <a:t></a:t>
            </a: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Rockwell"/>
              </a:rPr>
              <a:t> correlations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  <a:p>
            <a:pPr marL="182880" indent="-182880" defTabSz="914400">
              <a:lnSpc>
                <a:spcPct val="90000"/>
              </a:lnSpc>
              <a:spcBef>
                <a:spcPts val="1199"/>
              </a:spcBef>
              <a:buClr>
                <a:srgbClr val="9e3611"/>
              </a:buClr>
              <a:buSzPct val="85000"/>
              <a:buFont typeface="Wingdings" charset="2"/>
              <a:buChar char="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Rockwell"/>
              </a:rPr>
              <a:t>Often speed versus quality trade-offs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  <a:p>
            <a:pPr indent="0" defTabSz="914400">
              <a:lnSpc>
                <a:spcPct val="90000"/>
              </a:lnSpc>
              <a:spcBef>
                <a:spcPts val="1199"/>
              </a:spcBef>
              <a:buNone/>
            </a:pPr>
            <a:endParaRPr b="0" lang="en-US" sz="20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PlaceHolder 1"/>
          <p:cNvSpPr>
            <a:spLocks noGrp="1"/>
          </p:cNvSpPr>
          <p:nvPr>
            <p:ph type="title"/>
          </p:nvPr>
        </p:nvSpPr>
        <p:spPr>
          <a:xfrm>
            <a:off x="685800" y="484560"/>
            <a:ext cx="7772040" cy="1608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200" strike="noStrike" u="none" cap="all">
                <a:solidFill>
                  <a:schemeClr val="dk1"/>
                </a:solidFill>
                <a:effectLst/>
                <a:uFillTx/>
                <a:latin typeface="Rockwell Condensed"/>
              </a:rPr>
              <a:t>Linear Congruential RNGs</a:t>
            </a:r>
            <a:endParaRPr b="0" lang="en-US" sz="42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</p:txBody>
      </p:sp>
      <p:graphicFrame>
        <p:nvGraphicFramePr>
          <p:cNvPr id="321" name="Object 1029"/>
          <p:cNvGraphicFramePr/>
          <p:nvPr/>
        </p:nvGraphicFramePr>
        <p:xfrm>
          <a:off x="1219320" y="1828800"/>
          <a:ext cx="5028840" cy="723600"/>
        </p:xfrm>
        <a:graphic>
          <a:graphicData uri="http://schemas.openxmlformats.org/presentationml/2006/ole">
            <p:oleObj r:id="rId1" spid="">
              <p:embed/>
              <p:pic>
                <p:nvPicPr>
                  <p:cNvPr id="322" name="Object 1029" descr=""/>
                  <p:cNvPicPr/>
                  <p:nvPr/>
                </p:nvPicPr>
                <p:blipFill>
                  <a:blip r:embed="rId2"/>
                  <a:stretch/>
                </p:blipFill>
                <p:spPr>
                  <a:xfrm>
                    <a:off x="1219320" y="1828800"/>
                    <a:ext cx="5028840" cy="723600"/>
                  </a:xfrm>
                  <a:prstGeom prst="rect">
                    <a:avLst/>
                  </a:prstGeom>
                  <a:noFill/>
                  <a:ln w="0">
                    <a:noFill/>
                  </a:ln>
                </p:spPr>
              </p:pic>
            </p:oleObj>
          </a:graphicData>
        </a:graphic>
      </p:graphicFrame>
      <p:grpSp>
        <p:nvGrpSpPr>
          <p:cNvPr id="323" name="Group 1038"/>
          <p:cNvGrpSpPr/>
          <p:nvPr/>
        </p:nvGrpSpPr>
        <p:grpSpPr>
          <a:xfrm>
            <a:off x="2422440" y="2590560"/>
            <a:ext cx="1303200" cy="2997000"/>
            <a:chOff x="2422440" y="2590560"/>
            <a:chExt cx="1303200" cy="2997000"/>
          </a:xfrm>
        </p:grpSpPr>
        <p:sp>
          <p:nvSpPr>
            <p:cNvPr id="324" name="Text Box 1030"/>
            <p:cNvSpPr/>
            <p:nvPr/>
          </p:nvSpPr>
          <p:spPr>
            <a:xfrm>
              <a:off x="2422440" y="5222880"/>
              <a:ext cx="1303200" cy="36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0" lang="en-US" sz="1800" strike="noStrike" u="none">
                  <a:solidFill>
                    <a:schemeClr val="dk1"/>
                  </a:solidFill>
                  <a:effectLst/>
                  <a:uFillTx/>
                  <a:latin typeface="Rockwell"/>
                </a:rPr>
                <a:t>Multiplier</a:t>
              </a: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25" name="Line 1031"/>
            <p:cNvSpPr/>
            <p:nvPr/>
          </p:nvSpPr>
          <p:spPr>
            <a:xfrm flipV="1">
              <a:off x="2590560" y="2590560"/>
              <a:ext cx="360" cy="2590920"/>
            </a:xfrm>
            <a:prstGeom prst="line">
              <a:avLst/>
            </a:prstGeom>
            <a:ln w="38160">
              <a:solidFill>
                <a:srgbClr val="ffff00"/>
              </a:solidFill>
              <a:round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E" sz="1800" strike="noStrike" u="none">
                <a:solidFill>
                  <a:schemeClr val="dk1"/>
                </a:solidFill>
                <a:effectLst/>
                <a:uFillTx/>
                <a:latin typeface="Rockwell"/>
              </a:endParaRPr>
            </a:p>
          </p:txBody>
        </p:sp>
      </p:grpSp>
      <p:grpSp>
        <p:nvGrpSpPr>
          <p:cNvPr id="326" name="Group 1037"/>
          <p:cNvGrpSpPr/>
          <p:nvPr/>
        </p:nvGrpSpPr>
        <p:grpSpPr>
          <a:xfrm>
            <a:off x="4267080" y="2590560"/>
            <a:ext cx="2176560" cy="2422440"/>
            <a:chOff x="4267080" y="2590560"/>
            <a:chExt cx="2176560" cy="2422440"/>
          </a:xfrm>
        </p:grpSpPr>
        <p:sp>
          <p:nvSpPr>
            <p:cNvPr id="327" name="Text Box 1032"/>
            <p:cNvSpPr/>
            <p:nvPr/>
          </p:nvSpPr>
          <p:spPr>
            <a:xfrm>
              <a:off x="4267080" y="4648320"/>
              <a:ext cx="2176560" cy="36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0" lang="en-US" sz="1800" strike="noStrike" u="none">
                  <a:solidFill>
                    <a:schemeClr val="dk1"/>
                  </a:solidFill>
                  <a:effectLst/>
                  <a:uFillTx/>
                  <a:latin typeface="Rockwell"/>
                </a:rPr>
                <a:t>Additive constant</a:t>
              </a: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28" name="Line 1033"/>
            <p:cNvSpPr/>
            <p:nvPr/>
          </p:nvSpPr>
          <p:spPr>
            <a:xfrm flipV="1">
              <a:off x="4419360" y="2590560"/>
              <a:ext cx="360" cy="2057400"/>
            </a:xfrm>
            <a:prstGeom prst="line">
              <a:avLst/>
            </a:prstGeom>
            <a:ln w="38160">
              <a:solidFill>
                <a:srgbClr val="ffff00"/>
              </a:solidFill>
              <a:round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E" sz="1800" strike="noStrike" u="none">
                <a:solidFill>
                  <a:schemeClr val="dk1"/>
                </a:solidFill>
                <a:effectLst/>
                <a:uFillTx/>
                <a:latin typeface="Rockwell"/>
              </a:endParaRPr>
            </a:p>
          </p:txBody>
        </p:sp>
      </p:grpSp>
      <p:grpSp>
        <p:nvGrpSpPr>
          <p:cNvPr id="329" name="Group 1036"/>
          <p:cNvGrpSpPr/>
          <p:nvPr/>
        </p:nvGrpSpPr>
        <p:grpSpPr>
          <a:xfrm>
            <a:off x="5715000" y="2590560"/>
            <a:ext cx="1169640" cy="1508040"/>
            <a:chOff x="5715000" y="2590560"/>
            <a:chExt cx="1169640" cy="1508040"/>
          </a:xfrm>
        </p:grpSpPr>
        <p:sp>
          <p:nvSpPr>
            <p:cNvPr id="330" name="Text Box 1034"/>
            <p:cNvSpPr/>
            <p:nvPr/>
          </p:nvSpPr>
          <p:spPr>
            <a:xfrm>
              <a:off x="5715000" y="3733920"/>
              <a:ext cx="1169640" cy="36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0" lang="en-US" sz="1800" strike="noStrike" u="none">
                  <a:solidFill>
                    <a:schemeClr val="dk1"/>
                  </a:solidFill>
                  <a:effectLst/>
                  <a:uFillTx/>
                  <a:latin typeface="Rockwell"/>
                </a:rPr>
                <a:t>Modulus</a:t>
              </a: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31" name="Line 1035"/>
            <p:cNvSpPr/>
            <p:nvPr/>
          </p:nvSpPr>
          <p:spPr>
            <a:xfrm flipV="1">
              <a:off x="5867280" y="2590560"/>
              <a:ext cx="360" cy="1143000"/>
            </a:xfrm>
            <a:prstGeom prst="line">
              <a:avLst/>
            </a:prstGeom>
            <a:ln w="38160">
              <a:solidFill>
                <a:srgbClr val="ffff00"/>
              </a:solidFill>
              <a:round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IE" sz="1800" strike="noStrike" u="none">
                <a:solidFill>
                  <a:schemeClr val="dk1"/>
                </a:solidFill>
                <a:effectLst/>
                <a:uFillTx/>
                <a:latin typeface="Rockwell"/>
              </a:endParaRPr>
            </a:p>
          </p:txBody>
        </p:sp>
      </p:grpSp>
      <p:sp>
        <p:nvSpPr>
          <p:cNvPr id="332" name="Text Box 1039"/>
          <p:cNvSpPr/>
          <p:nvPr/>
        </p:nvSpPr>
        <p:spPr>
          <a:xfrm>
            <a:off x="1295280" y="5867280"/>
            <a:ext cx="7347960" cy="57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Rockwell"/>
              </a:rPr>
              <a:t>Sequence depends on choice of seed, </a:t>
            </a:r>
            <a:r>
              <a:rPr b="0" i="1" lang="en-US" sz="2800" strike="noStrike" u="none">
                <a:solidFill>
                  <a:schemeClr val="dk1"/>
                </a:solidFill>
                <a:effectLst/>
                <a:uFillTx/>
                <a:latin typeface="Rockwell"/>
              </a:rPr>
              <a:t>X</a:t>
            </a:r>
            <a:r>
              <a:rPr b="0" i="1" lang="en-US" sz="2800" strike="noStrike" u="none" baseline="-25000">
                <a:solidFill>
                  <a:schemeClr val="dk1"/>
                </a:solidFill>
                <a:effectLst/>
                <a:uFillTx/>
                <a:latin typeface="Rockwell"/>
              </a:rPr>
              <a:t>0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nodeType="clickEffect" fill="hold">
                      <p:stCondLst>
                        <p:cond delay="indefinite"/>
                      </p:stCondLst>
                      <p:childTnLst>
                        <p:par>
                          <p:cTn id="4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5" nodeType="clickEffect" fill="hold" presetClass="entr" presetID="2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down)" transition="in">
                                      <p:cBhvr additive="repl">
                                        <p:cTn id="7" dur="500"/>
                                        <p:tgtEl>
                                          <p:spTgt spid="3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nodeType="clickEffect" fill="hold">
                      <p:stCondLst>
                        <p:cond delay="indefinite"/>
                      </p:stCondLst>
                      <p:childTnLst>
                        <p:par>
                          <p:cTn id="9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0" nodeType="clickEffect" fill="hold" presetClass="entr" presetID="2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down)" transition="in">
                                      <p:cBhvr additive="repl">
                                        <p:cTn id="12" dur="500"/>
                                        <p:tgtEl>
                                          <p:spTgt spid="3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nodeType="clickEffect" fill="hold">
                      <p:stCondLst>
                        <p:cond delay="indefinite"/>
                      </p:stCondLst>
                      <p:childTnLst>
                        <p:par>
                          <p:cTn id="14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5" nodeType="clickEffect" fill="hold" presetClass="entr" presetID="2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down)" transition="in">
                                      <p:cBhvr additive="repl">
                                        <p:cTn id="17" dur="500"/>
                                        <p:tgtEl>
                                          <p:spTgt spid="3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nodeType="clickEffect" fill="hold">
                      <p:stCondLst>
                        <p:cond delay="indefinite"/>
                      </p:stCondLst>
                      <p:childTnLst>
                        <p:par>
                          <p:cTn id="19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0" nodeType="click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22" dur="500"/>
                                        <p:tgtEl>
                                          <p:spTgt spid="3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PlaceHolder 1"/>
          <p:cNvSpPr>
            <a:spLocks noGrp="1"/>
          </p:cNvSpPr>
          <p:nvPr>
            <p:ph type="title"/>
          </p:nvPr>
        </p:nvSpPr>
        <p:spPr>
          <a:xfrm>
            <a:off x="685800" y="484560"/>
            <a:ext cx="7772040" cy="1608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000" strike="noStrike" u="none" cap="all">
                <a:solidFill>
                  <a:srgbClr val="000000"/>
                </a:solidFill>
                <a:effectLst/>
                <a:uFillTx/>
                <a:latin typeface="Rockwell Condensed"/>
              </a:rPr>
              <a:t>Period of Linear Congruential RNG</a:t>
            </a:r>
            <a:endParaRPr b="0" lang="en-US" sz="40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</p:txBody>
      </p:sp>
      <p:sp>
        <p:nvSpPr>
          <p:cNvPr id="334" name="PlaceHolder 2"/>
          <p:cNvSpPr>
            <a:spLocks noGrp="1"/>
          </p:cNvSpPr>
          <p:nvPr>
            <p:ph/>
          </p:nvPr>
        </p:nvSpPr>
        <p:spPr>
          <a:xfrm>
            <a:off x="685800" y="2121480"/>
            <a:ext cx="7772040" cy="405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182880" indent="-182880" defTabSz="914400">
              <a:lnSpc>
                <a:spcPct val="90000"/>
              </a:lnSpc>
              <a:spcBef>
                <a:spcPts val="1199"/>
              </a:spcBef>
              <a:buClr>
                <a:srgbClr val="9e3611"/>
              </a:buClr>
              <a:buSzPct val="85000"/>
              <a:buFont typeface="Wingdings" charset="2"/>
              <a:buChar char="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Rockwell"/>
              </a:rPr>
              <a:t>Maximum period is M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  <a:p>
            <a:pPr marL="182880" indent="-182880" defTabSz="914400">
              <a:lnSpc>
                <a:spcPct val="90000"/>
              </a:lnSpc>
              <a:spcBef>
                <a:spcPts val="1199"/>
              </a:spcBef>
              <a:buClr>
                <a:srgbClr val="9e3611"/>
              </a:buClr>
              <a:buSzPct val="85000"/>
              <a:buFont typeface="Wingdings" charset="2"/>
              <a:buChar char="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Rockwell"/>
              </a:rPr>
              <a:t>For 32-bit integers maximum period is 2</a:t>
            </a:r>
            <a:r>
              <a:rPr b="0" lang="en-US" sz="2000" strike="noStrike" u="none" baseline="30000">
                <a:solidFill>
                  <a:schemeClr val="dk1"/>
                </a:solidFill>
                <a:effectLst/>
                <a:uFillTx/>
                <a:latin typeface="Rockwell"/>
              </a:rPr>
              <a:t>32</a:t>
            </a: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Rockwell"/>
              </a:rPr>
              <a:t>, or about 4 billion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  <a:p>
            <a:pPr marL="182880" indent="-182880" defTabSz="914400">
              <a:lnSpc>
                <a:spcPct val="90000"/>
              </a:lnSpc>
              <a:spcBef>
                <a:spcPts val="1199"/>
              </a:spcBef>
              <a:buClr>
                <a:srgbClr val="9e3611"/>
              </a:buClr>
              <a:buSzPct val="85000"/>
              <a:buFont typeface="Wingdings" charset="2"/>
              <a:buChar char="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Rockwell"/>
              </a:rPr>
              <a:t>This is too small for modern computers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  <a:p>
            <a:pPr marL="182880" indent="-182880" defTabSz="914400">
              <a:lnSpc>
                <a:spcPct val="90000"/>
              </a:lnSpc>
              <a:spcBef>
                <a:spcPts val="1199"/>
              </a:spcBef>
              <a:buClr>
                <a:srgbClr val="9e3611"/>
              </a:buClr>
              <a:buSzPct val="85000"/>
              <a:buFont typeface="Wingdings" charset="2"/>
              <a:buChar char="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Rockwell"/>
              </a:rPr>
              <a:t>Use a generator with at least 48 bits of precision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PlaceHolder 1"/>
          <p:cNvSpPr>
            <a:spLocks noGrp="1"/>
          </p:cNvSpPr>
          <p:nvPr>
            <p:ph type="title"/>
          </p:nvPr>
        </p:nvSpPr>
        <p:spPr>
          <a:xfrm>
            <a:off x="685800" y="484560"/>
            <a:ext cx="7772040" cy="1608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000" strike="noStrike" u="none" cap="all">
                <a:solidFill>
                  <a:srgbClr val="000000"/>
                </a:solidFill>
                <a:effectLst/>
                <a:uFillTx/>
                <a:latin typeface="Rockwell Condensed"/>
              </a:rPr>
              <a:t>Producing Floating-Point Numbers</a:t>
            </a:r>
            <a:endParaRPr b="0" lang="en-US" sz="40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</p:txBody>
      </p:sp>
      <p:sp>
        <p:nvSpPr>
          <p:cNvPr id="336" name="PlaceHolder 2"/>
          <p:cNvSpPr>
            <a:spLocks noGrp="1"/>
          </p:cNvSpPr>
          <p:nvPr>
            <p:ph/>
          </p:nvPr>
        </p:nvSpPr>
        <p:spPr>
          <a:xfrm>
            <a:off x="685800" y="2121480"/>
            <a:ext cx="7772040" cy="405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182880" indent="-182880" defTabSz="914400">
              <a:lnSpc>
                <a:spcPct val="90000"/>
              </a:lnSpc>
              <a:spcBef>
                <a:spcPts val="1199"/>
              </a:spcBef>
              <a:buClr>
                <a:srgbClr val="9e3611"/>
              </a:buClr>
              <a:buSzPct val="85000"/>
              <a:buFont typeface="Wingdings" charset="2"/>
              <a:buChar char=""/>
            </a:pPr>
            <a:r>
              <a:rPr b="0" i="1" lang="en-US" sz="2000" strike="noStrike" u="none">
                <a:solidFill>
                  <a:schemeClr val="dk1"/>
                </a:solidFill>
                <a:effectLst/>
                <a:uFillTx/>
                <a:latin typeface="Rockwell"/>
              </a:rPr>
              <a:t>X</a:t>
            </a:r>
            <a:r>
              <a:rPr b="0" i="1" lang="en-US" sz="2000" strike="noStrike" u="none" baseline="-25000">
                <a:solidFill>
                  <a:schemeClr val="dk1"/>
                </a:solidFill>
                <a:effectLst/>
                <a:uFillTx/>
                <a:latin typeface="Rockwell"/>
              </a:rPr>
              <a:t>i</a:t>
            </a: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Rockwell"/>
              </a:rPr>
              <a:t>, </a:t>
            </a:r>
            <a:r>
              <a:rPr b="0" i="1" lang="en-US" sz="2000" strike="noStrike" u="none">
                <a:solidFill>
                  <a:schemeClr val="dk1"/>
                </a:solidFill>
                <a:effectLst/>
                <a:uFillTx/>
                <a:latin typeface="Rockwell"/>
              </a:rPr>
              <a:t>a</a:t>
            </a: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Rockwell"/>
              </a:rPr>
              <a:t>, </a:t>
            </a:r>
            <a:r>
              <a:rPr b="0" i="1" lang="en-US" sz="2000" strike="noStrike" u="none">
                <a:solidFill>
                  <a:schemeClr val="dk1"/>
                </a:solidFill>
                <a:effectLst/>
                <a:uFillTx/>
                <a:latin typeface="Rockwell"/>
              </a:rPr>
              <a:t>c</a:t>
            </a: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Rockwell"/>
              </a:rPr>
              <a:t>, and </a:t>
            </a:r>
            <a:r>
              <a:rPr b="0" i="1" lang="en-US" sz="2000" strike="noStrike" u="none">
                <a:solidFill>
                  <a:schemeClr val="dk1"/>
                </a:solidFill>
                <a:effectLst/>
                <a:uFillTx/>
                <a:latin typeface="Rockwell"/>
              </a:rPr>
              <a:t>M</a:t>
            </a: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Rockwell"/>
              </a:rPr>
              <a:t> are all integers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  <a:p>
            <a:pPr marL="182880" indent="-182880" defTabSz="914400">
              <a:lnSpc>
                <a:spcPct val="90000"/>
              </a:lnSpc>
              <a:spcBef>
                <a:spcPts val="1199"/>
              </a:spcBef>
              <a:buClr>
                <a:srgbClr val="9e3611"/>
              </a:buClr>
              <a:buSzPct val="85000"/>
              <a:buFont typeface="Wingdings" charset="2"/>
              <a:buChar char=""/>
            </a:pPr>
            <a:r>
              <a:rPr b="0" i="1" lang="en-US" sz="2000" strike="noStrike" u="none">
                <a:solidFill>
                  <a:schemeClr val="dk1"/>
                </a:solidFill>
                <a:effectLst/>
                <a:uFillTx/>
                <a:latin typeface="Rockwell"/>
              </a:rPr>
              <a:t>X</a:t>
            </a:r>
            <a:r>
              <a:rPr b="0" i="1" lang="en-US" sz="2000" strike="noStrike" u="none" baseline="-25000">
                <a:solidFill>
                  <a:schemeClr val="dk1"/>
                </a:solidFill>
                <a:effectLst/>
                <a:uFillTx/>
                <a:latin typeface="Rockwell"/>
              </a:rPr>
              <a:t>i</a:t>
            </a: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Rockwell"/>
              </a:rPr>
              <a:t>s range in value from 0 to </a:t>
            </a:r>
            <a:r>
              <a:rPr b="0" i="1" lang="en-US" sz="2000" strike="noStrike" u="none">
                <a:solidFill>
                  <a:schemeClr val="dk1"/>
                </a:solidFill>
                <a:effectLst/>
                <a:uFillTx/>
                <a:latin typeface="Rockwell"/>
              </a:rPr>
              <a:t>M</a:t>
            </a: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Rockwell"/>
              </a:rPr>
              <a:t>-1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  <a:p>
            <a:pPr marL="182880" indent="-182880" defTabSz="914400">
              <a:lnSpc>
                <a:spcPct val="90000"/>
              </a:lnSpc>
              <a:spcBef>
                <a:spcPts val="1199"/>
              </a:spcBef>
              <a:buClr>
                <a:srgbClr val="9e3611"/>
              </a:buClr>
              <a:buSzPct val="85000"/>
              <a:buFont typeface="Wingdings" charset="2"/>
              <a:buChar char="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Rockwell"/>
              </a:rPr>
              <a:t>To produce floating-point numbers in range [0, 1), divide </a:t>
            </a:r>
            <a:r>
              <a:rPr b="0" i="1" lang="en-US" sz="2000" strike="noStrike" u="none">
                <a:solidFill>
                  <a:schemeClr val="dk1"/>
                </a:solidFill>
                <a:effectLst/>
                <a:uFillTx/>
                <a:latin typeface="Rockwell"/>
              </a:rPr>
              <a:t>X</a:t>
            </a:r>
            <a:r>
              <a:rPr b="0" i="1" lang="en-US" sz="2000" strike="noStrike" u="none" baseline="-25000">
                <a:solidFill>
                  <a:schemeClr val="dk1"/>
                </a:solidFill>
                <a:effectLst/>
                <a:uFillTx/>
                <a:latin typeface="Rockwell"/>
              </a:rPr>
              <a:t>i</a:t>
            </a: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Rockwell"/>
              </a:rPr>
              <a:t> by </a:t>
            </a:r>
            <a:r>
              <a:rPr b="0" i="1" lang="en-US" sz="2000" strike="noStrike" u="none">
                <a:solidFill>
                  <a:schemeClr val="dk1"/>
                </a:solidFill>
                <a:effectLst/>
                <a:uFillTx/>
                <a:latin typeface="Rockwell"/>
              </a:rPr>
              <a:t>M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  <a:p>
            <a:pPr indent="0" defTabSz="914400">
              <a:lnSpc>
                <a:spcPct val="90000"/>
              </a:lnSpc>
              <a:spcBef>
                <a:spcPts val="1199"/>
              </a:spcBef>
              <a:buNone/>
            </a:pPr>
            <a:endParaRPr b="0" lang="en-US" sz="20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PlaceHolder 1"/>
          <p:cNvSpPr>
            <a:spLocks noGrp="1"/>
          </p:cNvSpPr>
          <p:nvPr>
            <p:ph type="title"/>
          </p:nvPr>
        </p:nvSpPr>
        <p:spPr>
          <a:xfrm>
            <a:off x="685800" y="484560"/>
            <a:ext cx="7772040" cy="1115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200" strike="noStrike" u="none" cap="all">
                <a:solidFill>
                  <a:srgbClr val="000000"/>
                </a:solidFill>
                <a:effectLst/>
                <a:uFillTx/>
                <a:latin typeface="Rockwell Condensed"/>
              </a:rPr>
              <a:t>Lagged Fibonacci RNGs</a:t>
            </a:r>
            <a:endParaRPr b="0" lang="en-US" sz="42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</p:txBody>
      </p:sp>
      <p:graphicFrame>
        <p:nvGraphicFramePr>
          <p:cNvPr id="338" name="Object 4"/>
          <p:cNvGraphicFramePr/>
          <p:nvPr/>
        </p:nvGraphicFramePr>
        <p:xfrm>
          <a:off x="3200400" y="1446120"/>
          <a:ext cx="2514240" cy="596520"/>
        </p:xfrm>
        <a:graphic>
          <a:graphicData uri="http://schemas.openxmlformats.org/presentationml/2006/ole">
            <p:oleObj r:id="rId1" spid="">
              <p:embed/>
              <p:pic>
                <p:nvPicPr>
                  <p:cNvPr id="339" name="Object 4" descr=""/>
                  <p:cNvPicPr/>
                  <p:nvPr/>
                </p:nvPicPr>
                <p:blipFill>
                  <a:blip r:embed="rId2"/>
                  <a:stretch/>
                </p:blipFill>
                <p:spPr>
                  <a:xfrm>
                    <a:off x="3200400" y="1446120"/>
                    <a:ext cx="2514240" cy="596520"/>
                  </a:xfrm>
                  <a:prstGeom prst="rect">
                    <a:avLst/>
                  </a:prstGeom>
                  <a:noFill/>
                  <a:ln w="0">
                    <a:noFill/>
                  </a:ln>
                </p:spPr>
              </p:pic>
            </p:oleObj>
          </a:graphicData>
        </a:graphic>
      </p:graphicFrame>
      <p:sp>
        <p:nvSpPr>
          <p:cNvPr id="340" name="Rectangle 5"/>
          <p:cNvSpPr/>
          <p:nvPr/>
        </p:nvSpPr>
        <p:spPr>
          <a:xfrm>
            <a:off x="609480" y="2133720"/>
            <a:ext cx="8305560" cy="4003200"/>
          </a:xfrm>
          <a:prstGeom prst="rect">
            <a:avLst/>
          </a:prstGeom>
          <a:blipFill rotWithShape="0">
            <a:blip r:embed="rId3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0" lang="en-IE" sz="1800" strike="noStrike" u="none">
                <a:solidFill>
                  <a:srgbClr val="ffffff">
                    <a:alpha val="1000"/>
                  </a:srgbClr>
                </a:solidFill>
                <a:effectLst/>
                <a:uFillTx/>
                <a:latin typeface="Rockwell"/>
              </a:rPr>
              <a:t> 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23" dur="indefinite" restart="never" nodeType="tmRoot">
          <p:childTnLst>
            <p:seq>
              <p:cTn id="24" dur="indefinite" nodeType="mainSeq">
                <p:childTnLst>
                  <p:par>
                    <p:cTn id="25" nodeType="clickEffect" fill="hold">
                      <p:stCondLst>
                        <p:cond delay="indefinite"/>
                      </p:stCondLst>
                      <p:childTnLst>
                        <p:par>
                          <p:cTn id="26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7" nodeType="click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29" dur="500"/>
                                        <p:tgtEl>
                                          <p:spTgt spid="3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PlaceHolder 1"/>
          <p:cNvSpPr>
            <a:spLocks noGrp="1"/>
          </p:cNvSpPr>
          <p:nvPr>
            <p:ph type="title"/>
          </p:nvPr>
        </p:nvSpPr>
        <p:spPr>
          <a:xfrm>
            <a:off x="685800" y="484560"/>
            <a:ext cx="7772040" cy="1608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200" strike="noStrike" u="none" cap="all">
                <a:solidFill>
                  <a:srgbClr val="000000"/>
                </a:solidFill>
                <a:effectLst/>
                <a:uFillTx/>
                <a:latin typeface="Rockwell Condensed"/>
              </a:rPr>
              <a:t>Random number in java</a:t>
            </a:r>
            <a:endParaRPr b="0" lang="en-US" sz="42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</p:txBody>
      </p:sp>
      <p:sp>
        <p:nvSpPr>
          <p:cNvPr id="342" name="PlaceHolder 2"/>
          <p:cNvSpPr>
            <a:spLocks noGrp="1"/>
          </p:cNvSpPr>
          <p:nvPr>
            <p:ph/>
          </p:nvPr>
        </p:nvSpPr>
        <p:spPr>
          <a:xfrm>
            <a:off x="685800" y="1828800"/>
            <a:ext cx="7772040" cy="4800240"/>
          </a:xfrm>
          <a:prstGeom prst="rect">
            <a:avLst/>
          </a:prstGeom>
          <a:blipFill rotWithShape="0">
            <a:blip r:embed="rId1"/>
            <a:stretch>
              <a:fillRect l="-393" b="-127"/>
            </a:stretch>
          </a:blipFill>
          <a:ln w="0">
            <a:noFill/>
          </a:ln>
        </p:spPr>
        <p:txBody>
          <a:bodyPr lIns="91440" rIns="91440" tIns="45720" bIns="45720" anchor="t">
            <a:noAutofit/>
          </a:bodyPr>
          <a:p>
            <a:pPr marL="182880" indent="-182880" defTabSz="914400">
              <a:lnSpc>
                <a:spcPct val="90000"/>
              </a:lnSpc>
              <a:spcBef>
                <a:spcPts val="1199"/>
              </a:spcBef>
              <a:buClr>
                <a:srgbClr val="9e3611"/>
              </a:buClr>
              <a:buSzPct val="85000"/>
              <a:buFont typeface="Wingdings" charset="2"/>
              <a:buChar char=""/>
            </a:pPr>
            <a:r>
              <a:rPr b="0" lang="en-IE" sz="2000" strike="noStrike" u="none">
                <a:solidFill>
                  <a:schemeClr val="dk1">
                    <a:alpha val="1000"/>
                  </a:schemeClr>
                </a:solidFill>
                <a:effectLst/>
                <a:uFillTx/>
                <a:latin typeface="Rockwell"/>
              </a:rPr>
              <a:t> 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PlaceHolder 1"/>
          <p:cNvSpPr>
            <a:spLocks noGrp="1"/>
          </p:cNvSpPr>
          <p:nvPr>
            <p:ph type="title"/>
          </p:nvPr>
        </p:nvSpPr>
        <p:spPr>
          <a:xfrm>
            <a:off x="685800" y="484560"/>
            <a:ext cx="7772040" cy="1608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200" strike="noStrike" u="none" cap="all">
                <a:solidFill>
                  <a:srgbClr val="000000"/>
                </a:solidFill>
                <a:effectLst/>
                <a:uFillTx/>
                <a:latin typeface="Rockwell Condensed"/>
              </a:rPr>
              <a:t>Randomness in JavA</a:t>
            </a:r>
            <a:endParaRPr b="0" lang="en-US" sz="42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</p:txBody>
      </p:sp>
      <p:sp>
        <p:nvSpPr>
          <p:cNvPr id="344" name="PlaceHolder 2"/>
          <p:cNvSpPr>
            <a:spLocks noGrp="1"/>
          </p:cNvSpPr>
          <p:nvPr>
            <p:ph/>
          </p:nvPr>
        </p:nvSpPr>
        <p:spPr>
          <a:xfrm>
            <a:off x="685800" y="2121480"/>
            <a:ext cx="7772040" cy="405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182880" indent="-182880" defTabSz="914400">
              <a:lnSpc>
                <a:spcPct val="90000"/>
              </a:lnSpc>
              <a:spcBef>
                <a:spcPts val="1199"/>
              </a:spcBef>
              <a:buClr>
                <a:srgbClr val="9e3611"/>
              </a:buClr>
              <a:buSzPct val="85000"/>
              <a:buFont typeface="Wingdings" charset="2"/>
              <a:buChar char="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Rockwell"/>
              </a:rPr>
              <a:t>Randint()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  <a:p>
            <a:pPr indent="0" defTabSz="914400">
              <a:lnSpc>
                <a:spcPct val="90000"/>
              </a:lnSpc>
              <a:spcBef>
                <a:spcPts val="1199"/>
              </a:spcBef>
              <a:buNone/>
            </a:pPr>
            <a:endParaRPr b="0" lang="en-US" sz="20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  <a:p>
            <a:pPr marL="182880" indent="-182880" defTabSz="914400">
              <a:lnSpc>
                <a:spcPct val="90000"/>
              </a:lnSpc>
              <a:spcBef>
                <a:spcPts val="1199"/>
              </a:spcBef>
              <a:buClr>
                <a:srgbClr val="9e3611"/>
              </a:buClr>
              <a:buSzPct val="85000"/>
              <a:buFont typeface="Wingdings" charset="2"/>
              <a:buChar char="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Rockwell"/>
              </a:rPr>
              <a:t>Usueful data structure: ArrayList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  <a:p>
            <a:pPr indent="0" defTabSz="914400">
              <a:lnSpc>
                <a:spcPct val="90000"/>
              </a:lnSpc>
              <a:spcBef>
                <a:spcPts val="1199"/>
              </a:spcBef>
              <a:buNone/>
            </a:pPr>
            <a:endParaRPr b="0" lang="en-US" sz="20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  <a:p>
            <a:pPr marL="182880" indent="-182880" defTabSz="914400">
              <a:lnSpc>
                <a:spcPct val="90000"/>
              </a:lnSpc>
              <a:spcBef>
                <a:spcPts val="1199"/>
              </a:spcBef>
              <a:buClr>
                <a:srgbClr val="9e3611"/>
              </a:buClr>
              <a:buSzPct val="85000"/>
              <a:buFont typeface="Wingdings" charset="2"/>
              <a:buChar char="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Rockwell"/>
              </a:rPr>
              <a:t>Shuffle randomly an array (ArrayList)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  <a:p>
            <a:pPr indent="0" defTabSz="914400">
              <a:lnSpc>
                <a:spcPct val="90000"/>
              </a:lnSpc>
              <a:spcBef>
                <a:spcPts val="1199"/>
              </a:spcBef>
              <a:buNone/>
            </a:pPr>
            <a:endParaRPr b="0" lang="en-US" sz="20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PlaceHolder 1"/>
          <p:cNvSpPr>
            <a:spLocks noGrp="1"/>
          </p:cNvSpPr>
          <p:nvPr>
            <p:ph type="title"/>
          </p:nvPr>
        </p:nvSpPr>
        <p:spPr>
          <a:xfrm>
            <a:off x="685800" y="380880"/>
            <a:ext cx="7772040" cy="853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200" strike="noStrike" u="none" cap="all">
                <a:solidFill>
                  <a:srgbClr val="000000"/>
                </a:solidFill>
                <a:effectLst/>
                <a:uFillTx/>
                <a:latin typeface="Rockwell Condensed"/>
              </a:rPr>
              <a:t>The random java class</a:t>
            </a:r>
            <a:endParaRPr b="0" lang="en-US" sz="42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</p:txBody>
      </p:sp>
      <p:sp>
        <p:nvSpPr>
          <p:cNvPr id="346" name="PlaceHolder 2"/>
          <p:cNvSpPr>
            <a:spLocks noGrp="1"/>
          </p:cNvSpPr>
          <p:nvPr>
            <p:ph/>
          </p:nvPr>
        </p:nvSpPr>
        <p:spPr>
          <a:xfrm>
            <a:off x="685800" y="1234440"/>
            <a:ext cx="7772040" cy="4388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182880" indent="-182880" defTabSz="914400">
              <a:lnSpc>
                <a:spcPct val="90000"/>
              </a:lnSpc>
              <a:spcBef>
                <a:spcPts val="1199"/>
              </a:spcBef>
              <a:buClr>
                <a:srgbClr val="9e3611"/>
              </a:buClr>
              <a:buSzPct val="85000"/>
              <a:buFont typeface="Wingdings" charset="2"/>
              <a:buChar char="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Rockwell"/>
              </a:rPr>
              <a:t>The Random class allow to generate random numbers.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  <a:p>
            <a:pPr marL="182880" indent="-182880" defTabSz="914400">
              <a:lnSpc>
                <a:spcPct val="90000"/>
              </a:lnSpc>
              <a:spcBef>
                <a:spcPts val="1199"/>
              </a:spcBef>
              <a:buClr>
                <a:srgbClr val="9e3611"/>
              </a:buClr>
              <a:buSzPct val="85000"/>
              <a:buFont typeface="Wingdings" charset="2"/>
              <a:buChar char="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Rockwell"/>
              </a:rPr>
              <a:t>The object is initialized with: 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  <a:p>
            <a:pPr indent="0" defTabSz="914400">
              <a:lnSpc>
                <a:spcPct val="90000"/>
              </a:lnSpc>
              <a:spcBef>
                <a:spcPts val="1199"/>
              </a:spcBef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Rockwell"/>
              </a:rPr>
              <a:t>Random rand = new Random(seed); (seed in an integer)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  <a:p>
            <a:pPr indent="0" defTabSz="914400">
              <a:lnSpc>
                <a:spcPct val="90000"/>
              </a:lnSpc>
              <a:spcBef>
                <a:spcPts val="1199"/>
              </a:spcBef>
              <a:buNone/>
              <a:tabLst>
                <a:tab algn="l" pos="0"/>
              </a:tabLst>
            </a:pPr>
            <a:endParaRPr b="0" lang="en-US" sz="20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</p:txBody>
      </p:sp>
      <p:graphicFrame>
        <p:nvGraphicFramePr>
          <p:cNvPr id="347" name="Table 3"/>
          <p:cNvGraphicFramePr/>
          <p:nvPr/>
        </p:nvGraphicFramePr>
        <p:xfrm>
          <a:off x="914400" y="2809800"/>
          <a:ext cx="7027200" cy="3992400"/>
        </p:xfrm>
        <a:graphic>
          <a:graphicData uri="http://schemas.openxmlformats.org/drawingml/2006/table">
            <a:tbl>
              <a:tblPr/>
              <a:tblGrid>
                <a:gridCol w="2342520"/>
                <a:gridCol w="2342520"/>
                <a:gridCol w="2342520"/>
              </a:tblGrid>
              <a:tr h="258840">
                <a:tc>
                  <a:txBody>
                    <a:bodyPr lIns="82440" rIns="82440" tIns="41040" bIns="4104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1" lang="en-IE" sz="16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Rockwell"/>
                        </a:rPr>
                        <a:t>Method</a:t>
                      </a:r>
                      <a:endParaRPr b="0" lang="en-US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440" marR="82440" marT="41040" marB="410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82440" rIns="82440" tIns="41040" bIns="4104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1" lang="en-IE" sz="16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Rockwell"/>
                        </a:rPr>
                        <a:t>Returns</a:t>
                      </a:r>
                      <a:endParaRPr b="0" lang="en-US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440" marR="82440" marT="41040" marB="410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82440" rIns="82440" tIns="41040" bIns="4104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1" lang="en-IE" sz="16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Rockwell"/>
                        </a:rPr>
                        <a:t>Typical Use</a:t>
                      </a:r>
                      <a:endParaRPr b="0" lang="en-US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440" marR="82440" marT="41040" marB="410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8840">
                <a:tc>
                  <a:txBody>
                    <a:bodyPr lIns="82440" rIns="82440" tIns="41040" bIns="4104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IE" sz="16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Rockwell"/>
                        </a:rPr>
                        <a:t>nextInt()</a:t>
                      </a:r>
                      <a:endParaRPr b="0" lang="en-US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440" marR="82440" marT="41040" marB="410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82440" rIns="82440" tIns="41040" bIns="4104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IE" sz="16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Rockwell"/>
                        </a:rPr>
                        <a:t>any int</a:t>
                      </a:r>
                      <a:endParaRPr b="0" lang="en-US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440" marR="82440" marT="41040" marB="410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82440" rIns="82440" tIns="41040" bIns="4104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IE" sz="16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Rockwell"/>
                        </a:rPr>
                        <a:t>general randomness</a:t>
                      </a:r>
                      <a:endParaRPr b="0" lang="en-US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440" marR="82440" marT="41040" marB="410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8840">
                <a:tc>
                  <a:txBody>
                    <a:bodyPr lIns="82440" rIns="82440" tIns="41040" bIns="4104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IE" sz="16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Rockwell"/>
                        </a:rPr>
                        <a:t>nextInt(bound)</a:t>
                      </a:r>
                      <a:endParaRPr b="0" lang="en-US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440" marR="82440" marT="41040" marB="410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82440" rIns="82440" tIns="41040" bIns="4104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6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Rockwell"/>
                        </a:rPr>
                        <a:t>int 0 to bound–1</a:t>
                      </a:r>
                      <a:endParaRPr b="0" lang="en-US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440" marR="82440" marT="41040" marB="410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82440" rIns="82440" tIns="41040" bIns="4104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IE" sz="16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Rockwell"/>
                        </a:rPr>
                        <a:t>dice, indexes, cards</a:t>
                      </a:r>
                      <a:endParaRPr b="0" lang="en-US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440" marR="82440" marT="41040" marB="410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53520">
                <a:tc>
                  <a:txBody>
                    <a:bodyPr lIns="82440" rIns="82440" tIns="41040" bIns="4104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IE" sz="16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Rockwell"/>
                        </a:rPr>
                        <a:t>nextDouble()</a:t>
                      </a:r>
                      <a:endParaRPr b="0" lang="en-US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440" marR="82440" marT="41040" marB="410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82440" rIns="82440" tIns="41040" bIns="4104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IE" sz="16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Rockwell"/>
                        </a:rPr>
                        <a:t>double 0–1</a:t>
                      </a:r>
                      <a:endParaRPr b="0" lang="en-US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440" marR="82440" marT="41040" marB="410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82440" rIns="82440" tIns="41040" bIns="4104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IE" sz="16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Rockwell"/>
                        </a:rPr>
                        <a:t>Monte Carlo weighting</a:t>
                      </a:r>
                      <a:endParaRPr b="0" lang="en-US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440" marR="82440" marT="41040" marB="410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8840">
                <a:tc>
                  <a:txBody>
                    <a:bodyPr lIns="82440" rIns="82440" tIns="41040" bIns="4104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IE" sz="16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Rockwell"/>
                        </a:rPr>
                        <a:t>nextBoolean()</a:t>
                      </a:r>
                      <a:endParaRPr b="0" lang="en-US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440" marR="82440" marT="41040" marB="410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82440" rIns="82440" tIns="41040" bIns="4104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IE" sz="16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Rockwell"/>
                        </a:rPr>
                        <a:t>true/false</a:t>
                      </a:r>
                      <a:endParaRPr b="0" lang="en-US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440" marR="82440" marT="41040" marB="410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82440" rIns="82440" tIns="41040" bIns="4104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IE" sz="16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Rockwell"/>
                        </a:rPr>
                        <a:t>random choices</a:t>
                      </a:r>
                      <a:endParaRPr b="0" lang="en-US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440" marR="82440" marT="41040" marB="410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8840">
                <a:tc>
                  <a:txBody>
                    <a:bodyPr lIns="82440" rIns="82440" tIns="41040" bIns="4104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IE" sz="16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Rockwell"/>
                        </a:rPr>
                        <a:t>nextFloat()</a:t>
                      </a:r>
                      <a:endParaRPr b="0" lang="en-US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440" marR="82440" marT="41040" marB="410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82440" rIns="82440" tIns="41040" bIns="4104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IE" sz="16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Rockwell"/>
                        </a:rPr>
                        <a:t>float 0–1</a:t>
                      </a:r>
                      <a:endParaRPr b="0" lang="en-US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440" marR="82440" marT="41040" marB="410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82440" rIns="82440" tIns="41040" bIns="4104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IE" sz="16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Rockwell"/>
                        </a:rPr>
                        <a:t>graphics/games</a:t>
                      </a:r>
                      <a:endParaRPr b="0" lang="en-US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440" marR="82440" marT="41040" marB="410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53520">
                <a:tc>
                  <a:txBody>
                    <a:bodyPr lIns="82440" rIns="82440" tIns="41040" bIns="4104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IE" sz="16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Rockwell"/>
                        </a:rPr>
                        <a:t>nextLong()</a:t>
                      </a:r>
                      <a:endParaRPr b="0" lang="en-US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440" marR="82440" marT="41040" marB="410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82440" rIns="82440" tIns="41040" bIns="4104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IE" sz="16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Rockwell"/>
                        </a:rPr>
                        <a:t>any long</a:t>
                      </a:r>
                      <a:endParaRPr b="0" lang="en-US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440" marR="82440" marT="41040" marB="410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82440" rIns="82440" tIns="41040" bIns="4104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IE" sz="16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Rockwell"/>
                        </a:rPr>
                        <a:t>large random numbers</a:t>
                      </a:r>
                      <a:endParaRPr b="0" lang="en-US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440" marR="82440" marT="41040" marB="410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8840">
                <a:tc>
                  <a:txBody>
                    <a:bodyPr lIns="82440" rIns="82440" tIns="41040" bIns="4104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IE" sz="16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Rockwell"/>
                        </a:rPr>
                        <a:t>nextGaussian()</a:t>
                      </a:r>
                      <a:endParaRPr b="0" lang="en-US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440" marR="82440" marT="41040" marB="410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82440" rIns="82440" tIns="41040" bIns="4104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IE" sz="16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Rockwell"/>
                        </a:rPr>
                        <a:t>normal distribution</a:t>
                      </a:r>
                      <a:endParaRPr b="0" lang="en-US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440" marR="82440" marT="41040" marB="410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82440" rIns="82440" tIns="41040" bIns="4104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IE" sz="16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Rockwell"/>
                        </a:rPr>
                        <a:t>scientific simulations</a:t>
                      </a:r>
                      <a:endParaRPr b="0" lang="en-US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440" marR="82440" marT="41040" marB="410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452160">
                <a:tc>
                  <a:txBody>
                    <a:bodyPr lIns="82440" rIns="82440" tIns="41040" bIns="4104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IE" sz="16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Rockwell"/>
                        </a:rPr>
                        <a:t>setSeed(seed)</a:t>
                      </a:r>
                      <a:endParaRPr b="0" lang="en-US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440" marR="82440" marT="41040" marB="410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82440" rIns="82440" tIns="41040" bIns="4104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IE" sz="16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Rockwell"/>
                        </a:rPr>
                        <a:t>void</a:t>
                      </a:r>
                      <a:endParaRPr b="0" lang="en-US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440" marR="82440" marT="41040" marB="410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82440" rIns="82440" tIns="41040" bIns="4104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IE" sz="16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Rockwell"/>
                        </a:rPr>
                        <a:t>reproducible randomness</a:t>
                      </a:r>
                      <a:endParaRPr b="0" lang="en-US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440" marR="82440" marT="41040" marB="410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8840">
                <a:tc>
                  <a:txBody>
                    <a:bodyPr lIns="82440" rIns="82440" tIns="41040" bIns="4104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IE" sz="16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Rockwell"/>
                        </a:rPr>
                        <a:t>nextBytes(arr)</a:t>
                      </a:r>
                      <a:endParaRPr b="0" lang="en-US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440" marR="82440" marT="41040" marB="410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82440" rIns="82440" tIns="41040" bIns="4104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IE" sz="16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Rockwell"/>
                        </a:rPr>
                        <a:t>void</a:t>
                      </a:r>
                      <a:endParaRPr b="0" lang="en-US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440" marR="82440" marT="41040" marB="410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82440" rIns="82440" tIns="41040" bIns="4104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IE" sz="16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Rockwell"/>
                        </a:rPr>
                        <a:t>random data blocks</a:t>
                      </a:r>
                      <a:endParaRPr b="0" lang="en-US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440" marR="82440" marT="41040" marB="410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PlaceHolder 1"/>
          <p:cNvSpPr>
            <a:spLocks noGrp="1"/>
          </p:cNvSpPr>
          <p:nvPr>
            <p:ph type="title"/>
          </p:nvPr>
        </p:nvSpPr>
        <p:spPr>
          <a:xfrm>
            <a:off x="685800" y="304920"/>
            <a:ext cx="7772040" cy="99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200" strike="noStrike" u="none" cap="all">
                <a:solidFill>
                  <a:srgbClr val="000000"/>
                </a:solidFill>
                <a:effectLst/>
                <a:uFillTx/>
                <a:latin typeface="Rockwell Condensed"/>
              </a:rPr>
              <a:t>Arraylist in java</a:t>
            </a:r>
            <a:endParaRPr b="0" lang="en-US" sz="42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</p:txBody>
      </p:sp>
      <p:sp>
        <p:nvSpPr>
          <p:cNvPr id="349" name="PlaceHolder 2"/>
          <p:cNvSpPr>
            <a:spLocks noGrp="1"/>
          </p:cNvSpPr>
          <p:nvPr>
            <p:ph/>
          </p:nvPr>
        </p:nvSpPr>
        <p:spPr>
          <a:xfrm>
            <a:off x="380880" y="1295280"/>
            <a:ext cx="2742840" cy="4876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85000" lnSpcReduction="9999"/>
          </a:bodyPr>
          <a:p>
            <a:pPr marL="182880" indent="-182880" defTabSz="914400">
              <a:lnSpc>
                <a:spcPct val="90000"/>
              </a:lnSpc>
              <a:spcBef>
                <a:spcPts val="1199"/>
              </a:spcBef>
              <a:buClr>
                <a:srgbClr val="9e3611"/>
              </a:buClr>
              <a:buSzPct val="85000"/>
              <a:buFont typeface="Wingdings" charset="2"/>
              <a:buChar char="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Rockwell"/>
              </a:rPr>
              <a:t>Dynamic arrays (based on linked lists..)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  <a:p>
            <a:pPr marL="182880" indent="-182880" defTabSz="914400">
              <a:lnSpc>
                <a:spcPct val="90000"/>
              </a:lnSpc>
              <a:spcBef>
                <a:spcPts val="1199"/>
              </a:spcBef>
              <a:buClr>
                <a:srgbClr val="9e3611"/>
              </a:buClr>
              <a:buSzPct val="85000"/>
              <a:buFont typeface="Wingdings" charset="2"/>
              <a:buChar char="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Rockwell"/>
              </a:rPr>
              <a:t>import java.util.ArrayList;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  <a:p>
            <a:pPr marL="182880" indent="-182880" defTabSz="914400">
              <a:lnSpc>
                <a:spcPct val="90000"/>
              </a:lnSpc>
              <a:spcBef>
                <a:spcPts val="1199"/>
              </a:spcBef>
              <a:buClr>
                <a:srgbClr val="9e3611"/>
              </a:buClr>
              <a:buSzPct val="85000"/>
              <a:buFont typeface="Wingdings" charset="2"/>
              <a:buChar char="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Rockwell"/>
              </a:rPr>
              <a:t>Unlike regular arrays (int[] arr), an ArrayList can: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  <a:p>
            <a:pPr lvl="1" marL="457200" indent="-182880" defTabSz="914400">
              <a:lnSpc>
                <a:spcPct val="90000"/>
              </a:lnSpc>
              <a:spcBef>
                <a:spcPts val="400"/>
              </a:spcBef>
              <a:spcAft>
                <a:spcPts val="201"/>
              </a:spcAft>
              <a:buClr>
                <a:srgbClr val="9e3611"/>
              </a:buClr>
              <a:buSzPct val="85000"/>
              <a:buFont typeface="Wingdings" charset="2"/>
              <a:buChar char="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Rockwell"/>
              </a:rPr>
              <a:t>Grow or shrink automatically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  <a:p>
            <a:pPr lvl="1" marL="457200" indent="-182880" defTabSz="914400">
              <a:lnSpc>
                <a:spcPct val="90000"/>
              </a:lnSpc>
              <a:spcBef>
                <a:spcPts val="400"/>
              </a:spcBef>
              <a:spcAft>
                <a:spcPts val="201"/>
              </a:spcAft>
              <a:buClr>
                <a:srgbClr val="9e3611"/>
              </a:buClr>
              <a:buSzPct val="85000"/>
              <a:buFont typeface="Wingdings" charset="2"/>
              <a:buChar char="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Rockwell"/>
              </a:rPr>
              <a:t>Store objects (not primitives)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  <a:p>
            <a:pPr lvl="1" marL="457200" indent="-182880" defTabSz="914400">
              <a:lnSpc>
                <a:spcPct val="90000"/>
              </a:lnSpc>
              <a:spcBef>
                <a:spcPts val="400"/>
              </a:spcBef>
              <a:spcAft>
                <a:spcPts val="201"/>
              </a:spcAft>
              <a:buClr>
                <a:srgbClr val="9e3611"/>
              </a:buClr>
              <a:buSzPct val="85000"/>
              <a:buFont typeface="Wingdings" charset="2"/>
              <a:buChar char="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Rockwell"/>
              </a:rPr>
              <a:t>Provide many useful methods for insertion, removal, searching, etc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  <a:p>
            <a:pPr marL="182880" indent="-182880" defTabSz="914400">
              <a:lnSpc>
                <a:spcPct val="90000"/>
              </a:lnSpc>
              <a:spcBef>
                <a:spcPts val="1199"/>
              </a:spcBef>
              <a:buClr>
                <a:srgbClr val="9e3611"/>
              </a:buClr>
              <a:buSzPct val="85000"/>
              <a:buFont typeface="Wingdings" charset="2"/>
              <a:buChar char="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Rockwell"/>
              </a:rPr>
              <a:t>ArrayList&lt;String&gt; names = new ArrayList&lt;&gt;();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  <a:p>
            <a:pPr indent="0" defTabSz="914400">
              <a:lnSpc>
                <a:spcPct val="90000"/>
              </a:lnSpc>
              <a:spcBef>
                <a:spcPts val="1199"/>
              </a:spcBef>
              <a:buNone/>
            </a:pPr>
            <a:endParaRPr b="0" lang="en-US" sz="20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</p:txBody>
      </p:sp>
      <p:graphicFrame>
        <p:nvGraphicFramePr>
          <p:cNvPr id="350" name="Table 3"/>
          <p:cNvGraphicFramePr/>
          <p:nvPr/>
        </p:nvGraphicFramePr>
        <p:xfrm>
          <a:off x="3276720" y="1295280"/>
          <a:ext cx="5707440" cy="4321080"/>
        </p:xfrm>
        <a:graphic>
          <a:graphicData uri="http://schemas.openxmlformats.org/drawingml/2006/table">
            <a:tbl>
              <a:tblPr/>
              <a:tblGrid>
                <a:gridCol w="1902600"/>
                <a:gridCol w="1902600"/>
                <a:gridCol w="1902600"/>
              </a:tblGrid>
              <a:tr h="238680">
                <a:tc>
                  <a:txBody>
                    <a:bodyPr lIns="77760" rIns="77760" tIns="38880" bIns="388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IE" sz="15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Rockwell"/>
                        </a:rPr>
                        <a:t>Method</a:t>
                      </a:r>
                      <a:endParaRPr b="0" lang="en-US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7760" marR="77760" marT="38880" marB="3888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>
                        <a:lumMod val="85000"/>
                      </a:schemeClr>
                    </a:solidFill>
                  </a:tcPr>
                </a:tc>
                <a:tc>
                  <a:txBody>
                    <a:bodyPr lIns="77760" rIns="77760" tIns="38880" bIns="388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IE" sz="15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Rockwell"/>
                        </a:rPr>
                        <a:t>Meaning</a:t>
                      </a:r>
                      <a:endParaRPr b="0" lang="en-US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7760" marR="77760" marT="38880" marB="3888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>
                        <a:lumMod val="85000"/>
                      </a:schemeClr>
                    </a:solidFill>
                  </a:tcPr>
                </a:tc>
                <a:tc>
                  <a:txBody>
                    <a:bodyPr lIns="77760" rIns="77760" tIns="38880" bIns="388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IE" sz="15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Rockwell"/>
                        </a:rPr>
                        <a:t>Example</a:t>
                      </a:r>
                      <a:endParaRPr b="0" lang="en-US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7760" marR="77760" marT="38880" marB="3888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>
                        <a:lumMod val="85000"/>
                      </a:schemeClr>
                    </a:solidFill>
                  </a:tcPr>
                </a:tc>
              </a:tr>
              <a:tr h="238680">
                <a:tc>
                  <a:txBody>
                    <a:bodyPr lIns="77760" rIns="77760" tIns="38880" bIns="388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IE" sz="15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Rockwell"/>
                        </a:rPr>
                        <a:t>add(value)</a:t>
                      </a:r>
                      <a:endParaRPr b="0" lang="en-US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7760" marR="77760" marT="38880" marB="3888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77760" rIns="77760" tIns="38880" bIns="388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IE" sz="15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Rockwell"/>
                        </a:rPr>
                        <a:t>Add element to end</a:t>
                      </a:r>
                      <a:endParaRPr b="0" lang="en-US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7760" marR="77760" marT="38880" marB="3888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77760" rIns="77760" tIns="38880" bIns="388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IE" sz="15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Rockwell"/>
                        </a:rPr>
                        <a:t>list.add("Bob");</a:t>
                      </a:r>
                      <a:endParaRPr b="0" lang="en-US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7760" marR="77760" marT="38880" marB="3888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417960">
                <a:tc>
                  <a:txBody>
                    <a:bodyPr lIns="77760" rIns="77760" tIns="38880" bIns="388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IE" sz="15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Rockwell"/>
                        </a:rPr>
                        <a:t>add(index, value)</a:t>
                      </a:r>
                      <a:endParaRPr b="0" lang="en-US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7760" marR="77760" marT="38880" marB="3888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77760" rIns="77760" tIns="38880" bIns="388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IE" sz="15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Rockwell"/>
                        </a:rPr>
                        <a:t>Insert at position</a:t>
                      </a:r>
                      <a:endParaRPr b="0" lang="en-US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7760" marR="77760" marT="38880" marB="3888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77760" rIns="77760" tIns="38880" bIns="388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IE" sz="15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Rockwell"/>
                        </a:rPr>
                        <a:t>list.add(1, "Alice");</a:t>
                      </a:r>
                      <a:endParaRPr b="0" lang="en-US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7760" marR="77760" marT="38880" marB="3888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38680">
                <a:tc>
                  <a:txBody>
                    <a:bodyPr lIns="77760" rIns="77760" tIns="38880" bIns="388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IE" sz="15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Rockwell"/>
                        </a:rPr>
                        <a:t>get(index)</a:t>
                      </a:r>
                      <a:endParaRPr b="0" lang="en-US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7760" marR="77760" marT="38880" marB="3888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77760" rIns="77760" tIns="38880" bIns="388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IE" sz="15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Rockwell"/>
                        </a:rPr>
                        <a:t>Read element</a:t>
                      </a:r>
                      <a:endParaRPr b="0" lang="en-US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7760" marR="77760" marT="38880" marB="3888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77760" rIns="77760" tIns="38880" bIns="388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IE" sz="15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Rockwell"/>
                        </a:rPr>
                        <a:t>list.get(0);</a:t>
                      </a:r>
                      <a:endParaRPr b="0" lang="en-US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7760" marR="77760" marT="38880" marB="3888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417960">
                <a:tc>
                  <a:txBody>
                    <a:bodyPr lIns="77760" rIns="77760" tIns="38880" bIns="388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IE" sz="15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Rockwell"/>
                        </a:rPr>
                        <a:t>set(index, value)</a:t>
                      </a:r>
                      <a:endParaRPr b="0" lang="en-US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7760" marR="77760" marT="38880" marB="3888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77760" rIns="77760" tIns="38880" bIns="388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IE" sz="15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Rockwell"/>
                        </a:rPr>
                        <a:t>Modify element</a:t>
                      </a:r>
                      <a:endParaRPr b="0" lang="en-US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7760" marR="77760" marT="38880" marB="3888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77760" rIns="77760" tIns="38880" bIns="388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IE" sz="15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Rockwell"/>
                        </a:rPr>
                        <a:t>list.set(0, "Tom");</a:t>
                      </a:r>
                      <a:endParaRPr b="0" lang="en-US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7760" marR="77760" marT="38880" marB="3888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38680">
                <a:tc>
                  <a:txBody>
                    <a:bodyPr lIns="77760" rIns="77760" tIns="38880" bIns="388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IE" sz="15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Rockwell"/>
                        </a:rPr>
                        <a:t>remove(index)</a:t>
                      </a:r>
                      <a:endParaRPr b="0" lang="en-US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7760" marR="77760" marT="38880" marB="3888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77760" rIns="77760" tIns="38880" bIns="388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IE" sz="15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Rockwell"/>
                        </a:rPr>
                        <a:t>Remove by index</a:t>
                      </a:r>
                      <a:endParaRPr b="0" lang="en-US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7760" marR="77760" marT="38880" marB="3888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77760" rIns="77760" tIns="38880" bIns="388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IE" sz="15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Rockwell"/>
                        </a:rPr>
                        <a:t>list.remove(2);</a:t>
                      </a:r>
                      <a:endParaRPr b="0" lang="en-US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7760" marR="77760" marT="38880" marB="3888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417960">
                <a:tc>
                  <a:txBody>
                    <a:bodyPr lIns="77760" rIns="77760" tIns="38880" bIns="388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IE" sz="15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Rockwell"/>
                        </a:rPr>
                        <a:t>remove(Object)</a:t>
                      </a:r>
                      <a:endParaRPr b="0" lang="en-US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7760" marR="77760" marT="38880" marB="3888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77760" rIns="77760" tIns="38880" bIns="388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IE" sz="15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Rockwell"/>
                        </a:rPr>
                        <a:t>Remove first matching value</a:t>
                      </a:r>
                      <a:endParaRPr b="0" lang="en-US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7760" marR="77760" marT="38880" marB="3888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77760" rIns="77760" tIns="38880" bIns="388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IE" sz="15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Rockwell"/>
                        </a:rPr>
                        <a:t>list.remove("Bob");</a:t>
                      </a:r>
                      <a:endParaRPr b="0" lang="en-US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7760" marR="77760" marT="38880" marB="3888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38680">
                <a:tc>
                  <a:txBody>
                    <a:bodyPr lIns="77760" rIns="77760" tIns="38880" bIns="388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IE" sz="15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Rockwell"/>
                        </a:rPr>
                        <a:t>size()</a:t>
                      </a:r>
                      <a:endParaRPr b="0" lang="en-US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7760" marR="77760" marT="38880" marB="3888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77760" rIns="77760" tIns="38880" bIns="388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IE" sz="15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Rockwell"/>
                        </a:rPr>
                        <a:t>Number of items</a:t>
                      </a:r>
                      <a:endParaRPr b="0" lang="en-US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7760" marR="77760" marT="38880" marB="3888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77760" rIns="77760" tIns="38880" bIns="388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IE" sz="15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Rockwell"/>
                        </a:rPr>
                        <a:t>list.size();</a:t>
                      </a:r>
                      <a:endParaRPr b="0" lang="en-US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7760" marR="77760" marT="38880" marB="3888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417960">
                <a:tc>
                  <a:txBody>
                    <a:bodyPr lIns="77760" rIns="77760" tIns="38880" bIns="388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IE" sz="15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Rockwell"/>
                        </a:rPr>
                        <a:t>contains(x)</a:t>
                      </a:r>
                      <a:endParaRPr b="0" lang="en-US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7760" marR="77760" marT="38880" marB="3888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77760" rIns="77760" tIns="38880" bIns="388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IE" sz="15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Rockwell"/>
                        </a:rPr>
                        <a:t>Check existence</a:t>
                      </a:r>
                      <a:endParaRPr b="0" lang="en-US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7760" marR="77760" marT="38880" marB="3888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77760" rIns="77760" tIns="38880" bIns="388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IE" sz="15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Rockwell"/>
                        </a:rPr>
                        <a:t>list.contains("Bob");</a:t>
                      </a:r>
                      <a:endParaRPr b="0" lang="en-US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7760" marR="77760" marT="38880" marB="3888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410040">
                <a:tc>
                  <a:txBody>
                    <a:bodyPr lIns="77760" rIns="77760" tIns="38880" bIns="388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IE" sz="15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Rockwell"/>
                        </a:rPr>
                        <a:t>clear()</a:t>
                      </a:r>
                      <a:endParaRPr b="0" lang="en-US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7760" marR="77760" marT="38880" marB="3888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77760" rIns="77760" tIns="38880" bIns="388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IE" sz="15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Rockwell"/>
                        </a:rPr>
                        <a:t>Remove all elements</a:t>
                      </a:r>
                      <a:endParaRPr b="0" lang="en-US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7760" marR="77760" marT="38880" marB="3888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77760" rIns="77760" tIns="38880" bIns="388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IE" sz="15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Rockwell"/>
                        </a:rPr>
                        <a:t>list.clear();</a:t>
                      </a:r>
                      <a:endParaRPr b="0" lang="en-US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7760" marR="77760" marT="38880" marB="3888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351" name="TextBox 4"/>
          <p:cNvSpPr/>
          <p:nvPr/>
        </p:nvSpPr>
        <p:spPr>
          <a:xfrm>
            <a:off x="3505320" y="5486400"/>
            <a:ext cx="4876560" cy="91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Rockwell"/>
              </a:rPr>
              <a:t>To shuffle an ArrayList, use the shuffle() method of the class Collections (see demo ArrayList in java)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PlaceHolder 1"/>
          <p:cNvSpPr>
            <a:spLocks noGrp="1"/>
          </p:cNvSpPr>
          <p:nvPr>
            <p:ph type="title"/>
          </p:nvPr>
        </p:nvSpPr>
        <p:spPr>
          <a:xfrm>
            <a:off x="685800" y="484560"/>
            <a:ext cx="7772040" cy="1115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200" strike="noStrike" u="none" cap="all">
                <a:solidFill>
                  <a:srgbClr val="000000"/>
                </a:solidFill>
                <a:effectLst/>
                <a:uFillTx/>
                <a:latin typeface="Rockwell Condensed"/>
              </a:rPr>
              <a:t>Java demos</a:t>
            </a:r>
            <a:endParaRPr b="0" lang="en-US" sz="42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</p:txBody>
      </p:sp>
      <p:sp>
        <p:nvSpPr>
          <p:cNvPr id="353" name="PlaceHolder 2"/>
          <p:cNvSpPr>
            <a:spLocks noGrp="1"/>
          </p:cNvSpPr>
          <p:nvPr>
            <p:ph/>
          </p:nvPr>
        </p:nvSpPr>
        <p:spPr>
          <a:xfrm>
            <a:off x="685800" y="1600200"/>
            <a:ext cx="7772040" cy="4571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182880" indent="-182880" defTabSz="914400">
              <a:lnSpc>
                <a:spcPct val="110000"/>
              </a:lnSpc>
              <a:spcBef>
                <a:spcPts val="601"/>
              </a:spcBef>
              <a:buClr>
                <a:srgbClr val="9e3611"/>
              </a:buClr>
              <a:buSzPct val="85000"/>
              <a:buFont typeface="Wingdings" charset="2"/>
              <a:buChar char="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Rockwell"/>
              </a:rPr>
              <a:t>RandomTest.java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  <a:p>
            <a:pPr marL="182880" indent="-182880" defTabSz="914400">
              <a:lnSpc>
                <a:spcPct val="110000"/>
              </a:lnSpc>
              <a:spcBef>
                <a:spcPts val="601"/>
              </a:spcBef>
              <a:buClr>
                <a:srgbClr val="9e3611"/>
              </a:buClr>
              <a:buSzPct val="85000"/>
              <a:buFont typeface="Wingdings" charset="2"/>
              <a:buChar char="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Rockwell"/>
              </a:rPr>
              <a:t>ArrayListDemo.java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  <a:p>
            <a:pPr marL="182880" indent="-182880" defTabSz="914400">
              <a:lnSpc>
                <a:spcPct val="110000"/>
              </a:lnSpc>
              <a:spcBef>
                <a:spcPts val="601"/>
              </a:spcBef>
              <a:buClr>
                <a:srgbClr val="9e3611"/>
              </a:buClr>
              <a:buSzPct val="85000"/>
              <a:buFont typeface="Wingdings" charset="2"/>
              <a:buChar char="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Rockwell"/>
              </a:rPr>
              <a:t>FourOfAKindMonteCarlo.java  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  <a:p>
            <a:pPr lvl="1" marL="457200" indent="-182880" defTabSz="914400">
              <a:lnSpc>
                <a:spcPct val="110000"/>
              </a:lnSpc>
              <a:spcBef>
                <a:spcPts val="601"/>
              </a:spcBef>
              <a:spcAft>
                <a:spcPts val="201"/>
              </a:spcAft>
              <a:buClr>
                <a:srgbClr val="9e3611"/>
              </a:buClr>
              <a:buSzPct val="85000"/>
              <a:buFont typeface="Wingdings" charset="2"/>
              <a:buChar char="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Rockwell"/>
              </a:rPr>
              <a:t>MM simulation to find the probability to get a 4-of-a-kind  at Texas Hold’em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  <a:p>
            <a:pPr lvl="1" marL="457200" indent="-182880" defTabSz="914400">
              <a:lnSpc>
                <a:spcPct val="110000"/>
              </a:lnSpc>
              <a:spcBef>
                <a:spcPts val="601"/>
              </a:spcBef>
              <a:spcAft>
                <a:spcPts val="201"/>
              </a:spcAft>
              <a:buClr>
                <a:srgbClr val="9e3611"/>
              </a:buClr>
              <a:buSzPct val="85000"/>
              <a:buFont typeface="Wingdings" charset="2"/>
              <a:buChar char="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Rockwell"/>
              </a:rPr>
              <a:t>The exact solution (from maths) is about 0.168% (1 over 594):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  <a:p>
            <a:pPr indent="0" defTabSz="914400">
              <a:lnSpc>
                <a:spcPct val="110000"/>
              </a:lnSpc>
              <a:spcBef>
                <a:spcPts val="601"/>
              </a:spcBef>
              <a:buNone/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  <a:p>
            <a:pPr marL="182880" indent="-182880" defTabSz="914400">
              <a:lnSpc>
                <a:spcPct val="110000"/>
              </a:lnSpc>
              <a:spcBef>
                <a:spcPts val="601"/>
              </a:spcBef>
              <a:buClr>
                <a:srgbClr val="9e3611"/>
              </a:buClr>
              <a:buSzPct val="85000"/>
              <a:buFont typeface="Wingdings" charset="2"/>
              <a:buChar char="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Rockwell"/>
              </a:rPr>
              <a:t>RandomTest.java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  <a:p>
            <a:pPr marL="182880" indent="-182880" defTabSz="914400">
              <a:lnSpc>
                <a:spcPct val="110000"/>
              </a:lnSpc>
              <a:spcBef>
                <a:spcPts val="601"/>
              </a:spcBef>
              <a:buClr>
                <a:srgbClr val="9e3611"/>
              </a:buClr>
              <a:buSzPct val="85000"/>
              <a:buFont typeface="Wingdings" charset="2"/>
              <a:buChar char="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Rockwell"/>
              </a:rPr>
              <a:t>ArrayListDemo.java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  <a:p>
            <a:pPr indent="0" defTabSz="914400">
              <a:lnSpc>
                <a:spcPct val="110000"/>
              </a:lnSpc>
              <a:spcBef>
                <a:spcPts val="601"/>
              </a:spcBef>
              <a:buNone/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  <a:p>
            <a:pPr marL="182880" indent="-182880" defTabSz="914400">
              <a:lnSpc>
                <a:spcPct val="110000"/>
              </a:lnSpc>
              <a:spcBef>
                <a:spcPts val="601"/>
              </a:spcBef>
              <a:buClr>
                <a:srgbClr val="9e3611"/>
              </a:buClr>
              <a:buSzPct val="85000"/>
              <a:buFont typeface="Wingdings" charset="2"/>
              <a:buChar char="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Rockwell"/>
              </a:rPr>
              <a:t>MonteCarloPI.java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  <a:p>
            <a:pPr marL="182880" indent="-182880" defTabSz="914400">
              <a:lnSpc>
                <a:spcPct val="110000"/>
              </a:lnSpc>
              <a:spcBef>
                <a:spcPts val="601"/>
              </a:spcBef>
              <a:buClr>
                <a:srgbClr val="9e3611"/>
              </a:buClr>
              <a:buSzPct val="85000"/>
              <a:buFont typeface="Wingdings" charset="2"/>
              <a:buChar char="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Rockwell"/>
              </a:rPr>
              <a:t>DiceMonteCarloCI.java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Rockwell"/>
            </a:endParaRPr>
          </a:p>
        </p:txBody>
      </p:sp>
      <p:pic>
        <p:nvPicPr>
          <p:cNvPr id="354" name="Picture 8" descr=""/>
          <p:cNvPicPr/>
          <p:nvPr/>
        </p:nvPicPr>
        <p:blipFill>
          <a:blip r:embed="rId1"/>
          <a:stretch/>
        </p:blipFill>
        <p:spPr>
          <a:xfrm>
            <a:off x="713160" y="4191120"/>
            <a:ext cx="8014320" cy="9903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Wood Type">
  <a:themeElements>
    <a:clrScheme name="Wood Type">
      <a:dk1>
        <a:srgbClr val="000000"/>
      </a:dk1>
      <a:lt1>
        <a:srgbClr val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Wood Type">
  <a:themeElements>
    <a:clrScheme name="Wood Type">
      <a:dk1>
        <a:srgbClr val="000000"/>
      </a:dk1>
      <a:lt1>
        <a:srgbClr val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Wood Type">
  <a:themeElements>
    <a:clrScheme name="Wood Type">
      <a:dk1>
        <a:srgbClr val="000000"/>
      </a:dk1>
      <a:lt1>
        <a:srgbClr val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Wood Type">
  <a:themeElements>
    <a:clrScheme name="Wood Type">
      <a:dk1>
        <a:srgbClr val="000000"/>
      </a:dk1>
      <a:lt1>
        <a:srgbClr val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Wood Type">
  <a:themeElements>
    <a:clrScheme name="Wood Type">
      <a:dk1>
        <a:srgbClr val="000000"/>
      </a:dk1>
      <a:lt1>
        <a:srgbClr val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Wood Type">
  <a:themeElements>
    <a:clrScheme name="Wood Type">
      <a:dk1>
        <a:srgbClr val="000000"/>
      </a:dk1>
      <a:lt1>
        <a:srgbClr val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Wood Type">
  <a:themeElements>
    <a:clrScheme name="Wood Type">
      <a:dk1>
        <a:srgbClr val="000000"/>
      </a:dk1>
      <a:lt1>
        <a:srgbClr val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Wood Type">
  <a:themeElements>
    <a:clrScheme name="Wood Type">
      <a:dk1>
        <a:srgbClr val="000000"/>
      </a:dk1>
      <a:lt1>
        <a:srgbClr val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Wood Type">
  <a:themeElements>
    <a:clrScheme name="Wood Type">
      <a:dk1>
        <a:srgbClr val="000000"/>
      </a:dk1>
      <a:lt1>
        <a:srgbClr val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Wood Type">
  <a:themeElements>
    <a:clrScheme name="Wood Type">
      <a:dk1>
        <a:srgbClr val="000000"/>
      </a:dk1>
      <a:lt1>
        <a:srgbClr val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Wood Type">
  <a:themeElements>
    <a:clrScheme name="Wood Type">
      <a:dk1>
        <a:srgbClr val="000000"/>
      </a:dk1>
      <a:lt1>
        <a:srgbClr val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Wood Type">
  <a:themeElements>
    <a:clrScheme name="Wood Type">
      <a:dk1>
        <a:srgbClr val="000000"/>
      </a:dk1>
      <a:lt1>
        <a:srgbClr val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3.xml><?xml version="1.0" encoding="utf-8"?>
<a:theme xmlns:a="http://schemas.openxmlformats.org/drawingml/2006/main" xmlns:r="http://schemas.openxmlformats.org/officeDocument/2006/relationships" name="Wood Type">
  <a:themeElements>
    <a:clrScheme name="Wood Type">
      <a:dk1>
        <a:srgbClr val="000000"/>
      </a:dk1>
      <a:lt1>
        <a:srgbClr val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4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83</TotalTime>
  <Application>LibreOffice/25.8.3.2$MacOSX_AARCH64 LibreOffice_project/8ca8d55c161d602844f5428fa4b58097424e324e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2025-09-19T16:19:52Z</dcterms:created>
  <dc:creator>pierpaolodondio</dc:creator>
  <dc:description/>
  <dc:language>en-US</dc:language>
  <cp:lastModifiedBy/>
  <dcterms:modified xsi:type="dcterms:W3CDTF">2025-11-24T20:12:41Z</dcterms:modified>
  <cp:revision>32</cp:revision>
  <dc:subject/>
  <dc:title>Week1(CS380).pptx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2025-09-19T00:00:00Z</vt:filetime>
  </property>
  <property fmtid="{D5CDD505-2E9C-101B-9397-08002B2CF9AE}" pid="3" name="Creator">
    <vt:lpwstr>Google</vt:lpwstr>
  </property>
  <property fmtid="{D5CDD505-2E9C-101B-9397-08002B2CF9AE}" pid="4" name="LastSaved">
    <vt:filetime>2025-09-19T00:00:00Z</vt:filetime>
  </property>
  <property fmtid="{D5CDD505-2E9C-101B-9397-08002B2CF9AE}" pid="5" name="Notes">
    <vt:r8>8</vt:r8>
  </property>
  <property fmtid="{D5CDD505-2E9C-101B-9397-08002B2CF9AE}" pid="6" name="PresentationFormat">
    <vt:lpwstr>On-screen Show (4:3)</vt:lpwstr>
  </property>
  <property fmtid="{D5CDD505-2E9C-101B-9397-08002B2CF9AE}" pid="7" name="Producer">
    <vt:lpwstr>3-Heights(TM) PDF Security Shell 4.8.25.2 (http://www.pdf-tools.com)</vt:lpwstr>
  </property>
  <property fmtid="{D5CDD505-2E9C-101B-9397-08002B2CF9AE}" pid="8" name="Slides">
    <vt:r8>42</vt:r8>
  </property>
</Properties>
</file>